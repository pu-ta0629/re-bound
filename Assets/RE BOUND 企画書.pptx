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3AF9C8B-66E4-3F23-90B0-1D50A9C06112}" name="久保　楓太" initials="久保" userId="S::kmm2559353@stu.o-hara.ac.jp::30b790fd-e7ca-4a45-a370-a0a4f5eb0c59"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久保　楓太" initials="久保　楓太" lastIdx="1" clrIdx="0">
    <p:extLst>
      <p:ext uri="{19B8F6BF-5375-455C-9EA6-DF929625EA0E}">
        <p15:presenceInfo xmlns:p15="http://schemas.microsoft.com/office/powerpoint/2012/main" userId="S::kmm2559353@stu.o-hara.ac.jp::30b790fd-e7ca-4a45-a370-a0a4f5eb0c5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00FF"/>
    <a:srgbClr val="AE1090"/>
    <a:srgbClr val="9D67A1"/>
    <a:srgbClr val="7F7F7F"/>
    <a:srgbClr val="916DA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71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commentAuthors" Target="commentAuthors.xml"/><Relationship Id="rId12" Type="http://schemas.microsoft.com/office/2018/10/relationships/authors" Target="author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EDC2507-76D4-47EC-B660-42CB5BCEF82C}" type="doc">
      <dgm:prSet loTypeId="urn:microsoft.com/office/officeart/2005/8/layout/hChevron3" loCatId="process" qsTypeId="urn:microsoft.com/office/officeart/2005/8/quickstyle/simple1" qsCatId="simple" csTypeId="urn:microsoft.com/office/officeart/2005/8/colors/accent1_2" csCatId="accent1" phldr="1"/>
      <dgm:spPr/>
    </dgm:pt>
    <dgm:pt modelId="{FF99967F-77DC-4969-97BA-0F238D3E7B8B}">
      <dgm:prSet phldrT="[テキスト]"/>
      <dgm:spPr>
        <a:solidFill>
          <a:schemeClr val="accent2">
            <a:lumMod val="40000"/>
            <a:lumOff val="60000"/>
          </a:schemeClr>
        </a:solidFill>
        <a:ln>
          <a:solidFill>
            <a:schemeClr val="tx1"/>
          </a:solidFill>
        </a:ln>
      </dgm:spPr>
      <dgm:t>
        <a:bodyPr/>
        <a:lstStyle/>
        <a:p>
          <a:r>
            <a:rPr kumimoji="1" lang="ja-JP" altLang="en-US" dirty="0">
              <a:solidFill>
                <a:schemeClr val="tx1"/>
              </a:solidFill>
              <a:latin typeface="HGS創英角ｺﾞｼｯｸUB" panose="020B0900000000000000" pitchFamily="50" charset="-128"/>
              <a:ea typeface="HGS創英角ｺﾞｼｯｸUB" panose="020B0900000000000000" pitchFamily="50" charset="-128"/>
            </a:rPr>
            <a:t>企画</a:t>
          </a:r>
          <a:endParaRPr kumimoji="1" lang="en-US" altLang="ja-JP" dirty="0">
            <a:solidFill>
              <a:schemeClr val="tx1"/>
            </a:solidFill>
            <a:latin typeface="HGS創英角ｺﾞｼｯｸUB" panose="020B0900000000000000" pitchFamily="50" charset="-128"/>
            <a:ea typeface="HGS創英角ｺﾞｼｯｸUB" panose="020B0900000000000000" pitchFamily="50" charset="-128"/>
          </a:endParaRPr>
        </a:p>
        <a:p>
          <a:r>
            <a:rPr kumimoji="1" lang="ja-JP" altLang="en-US" dirty="0">
              <a:solidFill>
                <a:schemeClr val="tx1"/>
              </a:solidFill>
              <a:latin typeface="HGS創英角ｺﾞｼｯｸUB" panose="020B0900000000000000" pitchFamily="50" charset="-128"/>
              <a:ea typeface="HGS創英角ｺﾞｼｯｸUB" panose="020B0900000000000000" pitchFamily="50" charset="-128"/>
            </a:rPr>
            <a:t>８コマ</a:t>
          </a:r>
        </a:p>
      </dgm:t>
    </dgm:pt>
    <dgm:pt modelId="{9D3C2CED-D106-4CF7-AA4F-4FD3A6B29355}" type="parTrans" cxnId="{55D85D2A-7BA5-4496-B67B-D897AB104822}">
      <dgm:prSet/>
      <dgm:spPr/>
      <dgm:t>
        <a:bodyPr/>
        <a:lstStyle/>
        <a:p>
          <a:endParaRPr kumimoji="1" lang="ja-JP" altLang="en-US"/>
        </a:p>
      </dgm:t>
    </dgm:pt>
    <dgm:pt modelId="{863C1484-A14D-478F-A5C3-B4CA858B42A6}" type="sibTrans" cxnId="{55D85D2A-7BA5-4496-B67B-D897AB104822}">
      <dgm:prSet/>
      <dgm:spPr/>
      <dgm:t>
        <a:bodyPr/>
        <a:lstStyle/>
        <a:p>
          <a:endParaRPr kumimoji="1" lang="ja-JP" altLang="en-US"/>
        </a:p>
      </dgm:t>
    </dgm:pt>
    <dgm:pt modelId="{8365B497-79C2-4A14-9E05-B2F5254DB454}">
      <dgm:prSet phldrT="[テキスト]"/>
      <dgm:spPr>
        <a:solidFill>
          <a:schemeClr val="accent4">
            <a:lumMod val="40000"/>
            <a:lumOff val="60000"/>
          </a:schemeClr>
        </a:solidFill>
        <a:ln>
          <a:solidFill>
            <a:schemeClr val="tx1"/>
          </a:solidFill>
        </a:ln>
      </dgm:spPr>
      <dgm:t>
        <a:bodyPr/>
        <a:lstStyle/>
        <a:p>
          <a:r>
            <a:rPr kumimoji="1" lang="ja-JP" altLang="en-US" dirty="0">
              <a:solidFill>
                <a:schemeClr val="tx1"/>
              </a:solidFill>
              <a:latin typeface="HGS創英角ｺﾞｼｯｸUB" panose="020B0900000000000000" pitchFamily="50" charset="-128"/>
              <a:ea typeface="HGS創英角ｺﾞｼｯｸUB" panose="020B0900000000000000" pitchFamily="50" charset="-128"/>
            </a:rPr>
            <a:t>プロトタイプ作成　</a:t>
          </a:r>
          <a:endParaRPr kumimoji="1" lang="en-US" altLang="ja-JP" dirty="0">
            <a:solidFill>
              <a:schemeClr val="tx1"/>
            </a:solidFill>
            <a:latin typeface="HGS創英角ｺﾞｼｯｸUB" panose="020B0900000000000000" pitchFamily="50" charset="-128"/>
            <a:ea typeface="HGS創英角ｺﾞｼｯｸUB" panose="020B0900000000000000" pitchFamily="50" charset="-128"/>
          </a:endParaRPr>
        </a:p>
        <a:p>
          <a:r>
            <a:rPr kumimoji="1" lang="ja-JP" altLang="en-US" dirty="0">
              <a:solidFill>
                <a:schemeClr val="tx1"/>
              </a:solidFill>
              <a:latin typeface="HGS創英角ｺﾞｼｯｸUB" panose="020B0900000000000000" pitchFamily="50" charset="-128"/>
              <a:ea typeface="HGS創英角ｺﾞｼｯｸUB" panose="020B0900000000000000" pitchFamily="50" charset="-128"/>
            </a:rPr>
            <a:t>７コマ</a:t>
          </a:r>
        </a:p>
      </dgm:t>
    </dgm:pt>
    <dgm:pt modelId="{001C02D4-A7A0-4077-BF48-249708CD36C8}" type="parTrans" cxnId="{875FF77B-81B3-414F-AF57-8CCBF1FEDA5E}">
      <dgm:prSet/>
      <dgm:spPr/>
      <dgm:t>
        <a:bodyPr/>
        <a:lstStyle/>
        <a:p>
          <a:endParaRPr kumimoji="1" lang="ja-JP" altLang="en-US"/>
        </a:p>
      </dgm:t>
    </dgm:pt>
    <dgm:pt modelId="{8493129F-3088-4DDE-8F79-530381D0265C}" type="sibTrans" cxnId="{875FF77B-81B3-414F-AF57-8CCBF1FEDA5E}">
      <dgm:prSet/>
      <dgm:spPr/>
      <dgm:t>
        <a:bodyPr/>
        <a:lstStyle/>
        <a:p>
          <a:endParaRPr kumimoji="1" lang="ja-JP" altLang="en-US"/>
        </a:p>
      </dgm:t>
    </dgm:pt>
    <dgm:pt modelId="{0233F345-07EB-4D0D-ACF6-E508E3EC113D}">
      <dgm:prSet phldrT="[テキスト]"/>
      <dgm:spPr>
        <a:solidFill>
          <a:schemeClr val="accent6">
            <a:lumMod val="40000"/>
            <a:lumOff val="60000"/>
          </a:schemeClr>
        </a:solidFill>
        <a:ln>
          <a:solidFill>
            <a:schemeClr val="tx1"/>
          </a:solidFill>
        </a:ln>
      </dgm:spPr>
      <dgm:t>
        <a:bodyPr/>
        <a:lstStyle/>
        <a:p>
          <a:r>
            <a:rPr kumimoji="1" lang="ja-JP" altLang="en-US" dirty="0">
              <a:solidFill>
                <a:schemeClr val="tx1"/>
              </a:solidFill>
              <a:latin typeface="HGS創英角ｺﾞｼｯｸUB" panose="020B0900000000000000" pitchFamily="50" charset="-128"/>
              <a:ea typeface="HGS創英角ｺﾞｼｯｸUB" panose="020B0900000000000000" pitchFamily="50" charset="-128"/>
            </a:rPr>
            <a:t>ステージ制作</a:t>
          </a:r>
          <a:endParaRPr kumimoji="1" lang="en-US" altLang="ja-JP" dirty="0">
            <a:solidFill>
              <a:schemeClr val="tx1"/>
            </a:solidFill>
            <a:latin typeface="HGS創英角ｺﾞｼｯｸUB" panose="020B0900000000000000" pitchFamily="50" charset="-128"/>
            <a:ea typeface="HGS創英角ｺﾞｼｯｸUB" panose="020B0900000000000000" pitchFamily="50" charset="-128"/>
          </a:endParaRPr>
        </a:p>
        <a:p>
          <a:r>
            <a:rPr kumimoji="1" lang="ja-JP" altLang="en-US" dirty="0">
              <a:solidFill>
                <a:schemeClr val="tx1"/>
              </a:solidFill>
              <a:latin typeface="HGS創英角ｺﾞｼｯｸUB" panose="020B0900000000000000" pitchFamily="50" charset="-128"/>
              <a:ea typeface="HGS創英角ｺﾞｼｯｸUB" panose="020B0900000000000000" pitchFamily="50" charset="-128"/>
            </a:rPr>
            <a:t>９コマ</a:t>
          </a:r>
        </a:p>
      </dgm:t>
    </dgm:pt>
    <dgm:pt modelId="{6B58E085-9C2B-4DA5-B29B-8E54FBE17892}" type="parTrans" cxnId="{4D15EEE1-9229-47C6-8541-B5C674FECA4A}">
      <dgm:prSet/>
      <dgm:spPr/>
      <dgm:t>
        <a:bodyPr/>
        <a:lstStyle/>
        <a:p>
          <a:endParaRPr kumimoji="1" lang="ja-JP" altLang="en-US"/>
        </a:p>
      </dgm:t>
    </dgm:pt>
    <dgm:pt modelId="{4DDDEAA7-F187-4839-8C06-6C4E824A31C9}" type="sibTrans" cxnId="{4D15EEE1-9229-47C6-8541-B5C674FECA4A}">
      <dgm:prSet/>
      <dgm:spPr/>
      <dgm:t>
        <a:bodyPr/>
        <a:lstStyle/>
        <a:p>
          <a:endParaRPr kumimoji="1" lang="ja-JP" altLang="en-US"/>
        </a:p>
      </dgm:t>
    </dgm:pt>
    <dgm:pt modelId="{4A64BD0D-078A-42E7-B472-A22501CA8609}">
      <dgm:prSet phldrT="[テキスト]"/>
      <dgm:spPr>
        <a:solidFill>
          <a:schemeClr val="accent5">
            <a:lumMod val="40000"/>
            <a:lumOff val="60000"/>
          </a:schemeClr>
        </a:solidFill>
        <a:ln>
          <a:solidFill>
            <a:schemeClr val="tx1"/>
          </a:solidFill>
        </a:ln>
      </dgm:spPr>
      <dgm:t>
        <a:bodyPr/>
        <a:lstStyle/>
        <a:p>
          <a:r>
            <a:rPr kumimoji="1" lang="en-US" altLang="ja-JP" dirty="0">
              <a:solidFill>
                <a:schemeClr val="tx1"/>
              </a:solidFill>
              <a:latin typeface="HGS創英角ｺﾞｼｯｸUB" panose="020B0900000000000000" pitchFamily="50" charset="-128"/>
              <a:ea typeface="HGS創英角ｺﾞｼｯｸUB" panose="020B0900000000000000" pitchFamily="50" charset="-128"/>
            </a:rPr>
            <a:t>UI</a:t>
          </a:r>
          <a:r>
            <a:rPr kumimoji="1" lang="ja-JP" altLang="en-US" dirty="0">
              <a:solidFill>
                <a:schemeClr val="tx1"/>
              </a:solidFill>
              <a:latin typeface="HGS創英角ｺﾞｼｯｸUB" panose="020B0900000000000000" pitchFamily="50" charset="-128"/>
              <a:ea typeface="HGS創英角ｺﾞｼｯｸUB" panose="020B0900000000000000" pitchFamily="50" charset="-128"/>
            </a:rPr>
            <a:t>、エフェクト作成</a:t>
          </a:r>
          <a:endParaRPr kumimoji="1" lang="en-US" altLang="ja-JP" dirty="0">
            <a:solidFill>
              <a:schemeClr val="tx1"/>
            </a:solidFill>
            <a:latin typeface="HGS創英角ｺﾞｼｯｸUB" panose="020B0900000000000000" pitchFamily="50" charset="-128"/>
            <a:ea typeface="HGS創英角ｺﾞｼｯｸUB" panose="020B0900000000000000" pitchFamily="50" charset="-128"/>
          </a:endParaRPr>
        </a:p>
        <a:p>
          <a:r>
            <a:rPr kumimoji="1" lang="ja-JP" altLang="en-US" dirty="0">
              <a:solidFill>
                <a:schemeClr val="tx1"/>
              </a:solidFill>
              <a:latin typeface="HGS創英角ｺﾞｼｯｸUB" panose="020B0900000000000000" pitchFamily="50" charset="-128"/>
              <a:ea typeface="HGS創英角ｺﾞｼｯｸUB" panose="020B0900000000000000" pitchFamily="50" charset="-128"/>
            </a:rPr>
            <a:t>６コマ</a:t>
          </a:r>
        </a:p>
      </dgm:t>
    </dgm:pt>
    <dgm:pt modelId="{0E62CB90-0A51-402B-8DE4-DA963E3E60E7}" type="parTrans" cxnId="{874A95CF-091B-40A4-96F9-1A84CC821F1E}">
      <dgm:prSet/>
      <dgm:spPr/>
      <dgm:t>
        <a:bodyPr/>
        <a:lstStyle/>
        <a:p>
          <a:endParaRPr kumimoji="1" lang="ja-JP" altLang="en-US"/>
        </a:p>
      </dgm:t>
    </dgm:pt>
    <dgm:pt modelId="{BF8B0796-E75C-4762-81BD-4E4200B4C7A8}" type="sibTrans" cxnId="{874A95CF-091B-40A4-96F9-1A84CC821F1E}">
      <dgm:prSet/>
      <dgm:spPr/>
      <dgm:t>
        <a:bodyPr/>
        <a:lstStyle/>
        <a:p>
          <a:endParaRPr kumimoji="1" lang="ja-JP" altLang="en-US"/>
        </a:p>
      </dgm:t>
    </dgm:pt>
    <dgm:pt modelId="{1702251D-1F7B-4415-9CF2-657CD4F60812}">
      <dgm:prSet phldrT="[テキスト]"/>
      <dgm:spPr>
        <a:solidFill>
          <a:srgbClr val="916DAF"/>
        </a:solidFill>
        <a:ln>
          <a:solidFill>
            <a:schemeClr val="tx1"/>
          </a:solidFill>
        </a:ln>
      </dgm:spPr>
      <dgm:t>
        <a:bodyPr/>
        <a:lstStyle/>
        <a:p>
          <a:r>
            <a:rPr kumimoji="1" lang="ja-JP" altLang="en-US" dirty="0">
              <a:solidFill>
                <a:schemeClr val="tx1"/>
              </a:solidFill>
              <a:latin typeface="HGS創英角ｺﾞｼｯｸUB" panose="020B0900000000000000" pitchFamily="50" charset="-128"/>
              <a:ea typeface="HGS創英角ｺﾞｼｯｸUB" panose="020B0900000000000000" pitchFamily="50" charset="-128"/>
            </a:rPr>
            <a:t>エフェクト制作、バグ調整</a:t>
          </a:r>
          <a:endParaRPr kumimoji="1" lang="en-US" altLang="ja-JP" dirty="0">
            <a:solidFill>
              <a:schemeClr val="tx1"/>
            </a:solidFill>
            <a:latin typeface="HGS創英角ｺﾞｼｯｸUB" panose="020B0900000000000000" pitchFamily="50" charset="-128"/>
            <a:ea typeface="HGS創英角ｺﾞｼｯｸUB" panose="020B0900000000000000" pitchFamily="50" charset="-128"/>
          </a:endParaRPr>
        </a:p>
        <a:p>
          <a:r>
            <a:rPr kumimoji="1" lang="ja-JP" altLang="en-US" dirty="0">
              <a:solidFill>
                <a:schemeClr val="tx1"/>
              </a:solidFill>
              <a:latin typeface="HGS創英角ｺﾞｼｯｸUB" panose="020B0900000000000000" pitchFamily="50" charset="-128"/>
              <a:ea typeface="HGS創英角ｺﾞｼｯｸUB" panose="020B0900000000000000" pitchFamily="50" charset="-128"/>
            </a:rPr>
            <a:t>６コマ</a:t>
          </a:r>
        </a:p>
      </dgm:t>
    </dgm:pt>
    <dgm:pt modelId="{B0BCCD1D-3EEC-4D9D-9B74-3D4DDF6581E2}" type="parTrans" cxnId="{02E993A9-DA1F-495D-9236-4A7F575EF915}">
      <dgm:prSet/>
      <dgm:spPr/>
      <dgm:t>
        <a:bodyPr/>
        <a:lstStyle/>
        <a:p>
          <a:endParaRPr kumimoji="1" lang="ja-JP" altLang="en-US"/>
        </a:p>
      </dgm:t>
    </dgm:pt>
    <dgm:pt modelId="{ED7BB5EC-4D46-4904-B978-3BD7DF96F85A}" type="sibTrans" cxnId="{02E993A9-DA1F-495D-9236-4A7F575EF915}">
      <dgm:prSet/>
      <dgm:spPr/>
      <dgm:t>
        <a:bodyPr/>
        <a:lstStyle/>
        <a:p>
          <a:endParaRPr kumimoji="1" lang="ja-JP" altLang="en-US"/>
        </a:p>
      </dgm:t>
    </dgm:pt>
    <dgm:pt modelId="{7FC4D962-9694-40F2-B144-98AD7D671F5A}">
      <dgm:prSet phldrT="[テキスト]"/>
      <dgm:spPr>
        <a:solidFill>
          <a:srgbClr val="FFC000"/>
        </a:solidFill>
        <a:ln>
          <a:solidFill>
            <a:schemeClr val="tx1"/>
          </a:solidFill>
        </a:ln>
      </dgm:spPr>
      <dgm:t>
        <a:bodyPr/>
        <a:lstStyle/>
        <a:p>
          <a:r>
            <a:rPr kumimoji="1" lang="ja-JP" altLang="en-US" dirty="0">
              <a:solidFill>
                <a:schemeClr val="tx1"/>
              </a:solidFill>
              <a:latin typeface="HGS創英角ｺﾞｼｯｸUB" panose="020B0900000000000000" pitchFamily="50" charset="-128"/>
              <a:ea typeface="HGS創英角ｺﾞｼｯｸUB" panose="020B0900000000000000" pitchFamily="50" charset="-128"/>
            </a:rPr>
            <a:t>本実装</a:t>
          </a:r>
          <a:endParaRPr kumimoji="1" lang="en-US" altLang="ja-JP" dirty="0">
            <a:solidFill>
              <a:schemeClr val="tx1"/>
            </a:solidFill>
            <a:latin typeface="HGS創英角ｺﾞｼｯｸUB" panose="020B0900000000000000" pitchFamily="50" charset="-128"/>
            <a:ea typeface="HGS創英角ｺﾞｼｯｸUB" panose="020B0900000000000000" pitchFamily="50" charset="-128"/>
          </a:endParaRPr>
        </a:p>
        <a:p>
          <a:r>
            <a:rPr kumimoji="1" lang="ja-JP" altLang="en-US" dirty="0">
              <a:solidFill>
                <a:schemeClr val="tx1"/>
              </a:solidFill>
              <a:latin typeface="HGS創英角ｺﾞｼｯｸUB" panose="020B0900000000000000" pitchFamily="50" charset="-128"/>
              <a:ea typeface="HGS創英角ｺﾞｼｯｸUB" panose="020B0900000000000000" pitchFamily="50" charset="-128"/>
            </a:rPr>
            <a:t>６コマ</a:t>
          </a:r>
        </a:p>
      </dgm:t>
    </dgm:pt>
    <dgm:pt modelId="{BACE0294-7B71-4284-A549-1E5CF8481CA6}" type="parTrans" cxnId="{606B595F-D60C-424B-901B-7179C4D2A62D}">
      <dgm:prSet/>
      <dgm:spPr/>
      <dgm:t>
        <a:bodyPr/>
        <a:lstStyle/>
        <a:p>
          <a:endParaRPr kumimoji="1" lang="ja-JP" altLang="en-US"/>
        </a:p>
      </dgm:t>
    </dgm:pt>
    <dgm:pt modelId="{2F12B9BC-3195-40D0-AE16-C912283C0FAD}" type="sibTrans" cxnId="{606B595F-D60C-424B-901B-7179C4D2A62D}">
      <dgm:prSet/>
      <dgm:spPr/>
      <dgm:t>
        <a:bodyPr/>
        <a:lstStyle/>
        <a:p>
          <a:endParaRPr kumimoji="1" lang="ja-JP" altLang="en-US"/>
        </a:p>
      </dgm:t>
    </dgm:pt>
    <dgm:pt modelId="{801E6385-12D6-45BB-BB2B-E60483CDB5C2}">
      <dgm:prSet phldrT="[テキスト]"/>
      <dgm:spPr>
        <a:solidFill>
          <a:srgbClr val="92D050"/>
        </a:solidFill>
        <a:ln>
          <a:solidFill>
            <a:schemeClr val="tx1"/>
          </a:solidFill>
        </a:ln>
      </dgm:spPr>
      <dgm:t>
        <a:bodyPr/>
        <a:lstStyle/>
        <a:p>
          <a:r>
            <a:rPr kumimoji="1" lang="ja-JP" altLang="en-US" dirty="0">
              <a:solidFill>
                <a:schemeClr val="tx1"/>
              </a:solidFill>
              <a:latin typeface="HGS創英角ｺﾞｼｯｸUB" panose="020B0900000000000000" pitchFamily="50" charset="-128"/>
              <a:ea typeface="HGS創英角ｺﾞｼｯｸUB" panose="020B0900000000000000" pitchFamily="50" charset="-128"/>
            </a:rPr>
            <a:t>最終調整・資料作成</a:t>
          </a:r>
          <a:endParaRPr kumimoji="1" lang="en-US" altLang="ja-JP" dirty="0">
            <a:solidFill>
              <a:schemeClr val="tx1"/>
            </a:solidFill>
            <a:latin typeface="HGS創英角ｺﾞｼｯｸUB" panose="020B0900000000000000" pitchFamily="50" charset="-128"/>
            <a:ea typeface="HGS創英角ｺﾞｼｯｸUB" panose="020B0900000000000000" pitchFamily="50" charset="-128"/>
          </a:endParaRPr>
        </a:p>
        <a:p>
          <a:r>
            <a:rPr kumimoji="1" lang="ja-JP" altLang="en-US" dirty="0">
              <a:solidFill>
                <a:schemeClr val="tx1"/>
              </a:solidFill>
              <a:latin typeface="HGS創英角ｺﾞｼｯｸUB" panose="020B0900000000000000" pitchFamily="50" charset="-128"/>
              <a:ea typeface="HGS創英角ｺﾞｼｯｸUB" panose="020B0900000000000000" pitchFamily="50" charset="-128"/>
            </a:rPr>
            <a:t>３コマ</a:t>
          </a:r>
        </a:p>
      </dgm:t>
    </dgm:pt>
    <dgm:pt modelId="{B10A76CE-91C2-48DC-BAD3-FF77C0CE858F}" type="parTrans" cxnId="{B41933BC-4B15-4872-A3D3-F438A02FCE9D}">
      <dgm:prSet/>
      <dgm:spPr/>
      <dgm:t>
        <a:bodyPr/>
        <a:lstStyle/>
        <a:p>
          <a:endParaRPr kumimoji="1" lang="ja-JP" altLang="en-US"/>
        </a:p>
      </dgm:t>
    </dgm:pt>
    <dgm:pt modelId="{8D379923-62CC-4480-A353-6B7E399B6C03}" type="sibTrans" cxnId="{B41933BC-4B15-4872-A3D3-F438A02FCE9D}">
      <dgm:prSet/>
      <dgm:spPr/>
      <dgm:t>
        <a:bodyPr/>
        <a:lstStyle/>
        <a:p>
          <a:endParaRPr kumimoji="1" lang="ja-JP" altLang="en-US"/>
        </a:p>
      </dgm:t>
    </dgm:pt>
    <dgm:pt modelId="{FD07B537-1024-4393-B34E-955B0B8EA8A9}">
      <dgm:prSet phldrT="[テキスト]"/>
      <dgm:spPr>
        <a:solidFill>
          <a:srgbClr val="FF0000"/>
        </a:solidFill>
        <a:ln>
          <a:solidFill>
            <a:schemeClr val="tx1"/>
          </a:solidFill>
        </a:ln>
      </dgm:spPr>
      <dgm:t>
        <a:bodyPr/>
        <a:lstStyle/>
        <a:p>
          <a:r>
            <a:rPr kumimoji="1" lang="ja-JP" altLang="en-US" dirty="0">
              <a:solidFill>
                <a:schemeClr val="tx1"/>
              </a:solidFill>
              <a:latin typeface="HGS創英角ｺﾞｼｯｸUB" panose="020B0900000000000000" pitchFamily="50" charset="-128"/>
              <a:ea typeface="HGS創英角ｺﾞｼｯｸUB" panose="020B0900000000000000" pitchFamily="50" charset="-128"/>
            </a:rPr>
            <a:t>発表</a:t>
          </a:r>
          <a:endParaRPr kumimoji="1" lang="en-US" altLang="ja-JP" dirty="0">
            <a:solidFill>
              <a:schemeClr val="tx1"/>
            </a:solidFill>
            <a:latin typeface="HGS創英角ｺﾞｼｯｸUB" panose="020B0900000000000000" pitchFamily="50" charset="-128"/>
            <a:ea typeface="HGS創英角ｺﾞｼｯｸUB" panose="020B0900000000000000" pitchFamily="50" charset="-128"/>
          </a:endParaRPr>
        </a:p>
        <a:p>
          <a:r>
            <a:rPr kumimoji="1" lang="ja-JP" altLang="en-US" dirty="0">
              <a:solidFill>
                <a:schemeClr val="tx1"/>
              </a:solidFill>
              <a:latin typeface="HGS創英角ｺﾞｼｯｸUB" panose="020B0900000000000000" pitchFamily="50" charset="-128"/>
              <a:ea typeface="HGS創英角ｺﾞｼｯｸUB" panose="020B0900000000000000" pitchFamily="50" charset="-128"/>
            </a:rPr>
            <a:t>３コマ</a:t>
          </a:r>
        </a:p>
      </dgm:t>
    </dgm:pt>
    <dgm:pt modelId="{54A6FF4F-7079-4DD1-879F-2B71827CCF9A}" type="parTrans" cxnId="{FD220EA9-9630-4BB6-AE8E-3CDFA0CBCEDD}">
      <dgm:prSet/>
      <dgm:spPr/>
      <dgm:t>
        <a:bodyPr/>
        <a:lstStyle/>
        <a:p>
          <a:endParaRPr kumimoji="1" lang="ja-JP" altLang="en-US"/>
        </a:p>
      </dgm:t>
    </dgm:pt>
    <dgm:pt modelId="{2898424F-8350-43BA-95F9-946831827DFA}" type="sibTrans" cxnId="{FD220EA9-9630-4BB6-AE8E-3CDFA0CBCEDD}">
      <dgm:prSet/>
      <dgm:spPr/>
      <dgm:t>
        <a:bodyPr/>
        <a:lstStyle/>
        <a:p>
          <a:endParaRPr kumimoji="1" lang="ja-JP" altLang="en-US"/>
        </a:p>
      </dgm:t>
    </dgm:pt>
    <dgm:pt modelId="{9FA643CC-F527-4699-B70F-4F0BB0822EDD}" type="pres">
      <dgm:prSet presAssocID="{0EDC2507-76D4-47EC-B660-42CB5BCEF82C}" presName="Name0" presStyleCnt="0">
        <dgm:presLayoutVars>
          <dgm:dir/>
          <dgm:resizeHandles val="exact"/>
        </dgm:presLayoutVars>
      </dgm:prSet>
      <dgm:spPr/>
    </dgm:pt>
    <dgm:pt modelId="{87C3A5E4-69B8-4F4B-9DB1-D8056AAA89AB}" type="pres">
      <dgm:prSet presAssocID="{FF99967F-77DC-4969-97BA-0F238D3E7B8B}" presName="parTxOnly" presStyleLbl="node1" presStyleIdx="0" presStyleCnt="8">
        <dgm:presLayoutVars>
          <dgm:bulletEnabled val="1"/>
        </dgm:presLayoutVars>
      </dgm:prSet>
      <dgm:spPr/>
    </dgm:pt>
    <dgm:pt modelId="{40869585-AE7B-4708-BF2F-1191A3E0E279}" type="pres">
      <dgm:prSet presAssocID="{863C1484-A14D-478F-A5C3-B4CA858B42A6}" presName="parSpace" presStyleCnt="0"/>
      <dgm:spPr/>
    </dgm:pt>
    <dgm:pt modelId="{E04B6264-2947-4487-830C-3784CED090AE}" type="pres">
      <dgm:prSet presAssocID="{8365B497-79C2-4A14-9E05-B2F5254DB454}" presName="parTxOnly" presStyleLbl="node1" presStyleIdx="1" presStyleCnt="8" custLinFactNeighborX="0" custLinFactNeighborY="0">
        <dgm:presLayoutVars>
          <dgm:bulletEnabled val="1"/>
        </dgm:presLayoutVars>
      </dgm:prSet>
      <dgm:spPr/>
    </dgm:pt>
    <dgm:pt modelId="{26F6F906-3CE5-4EB5-B599-217BB838E0C9}" type="pres">
      <dgm:prSet presAssocID="{8493129F-3088-4DDE-8F79-530381D0265C}" presName="parSpace" presStyleCnt="0"/>
      <dgm:spPr/>
    </dgm:pt>
    <dgm:pt modelId="{518B359B-6E45-4209-BA2A-DE2A4C866CCB}" type="pres">
      <dgm:prSet presAssocID="{0233F345-07EB-4D0D-ACF6-E508E3EC113D}" presName="parTxOnly" presStyleLbl="node1" presStyleIdx="2" presStyleCnt="8">
        <dgm:presLayoutVars>
          <dgm:bulletEnabled val="1"/>
        </dgm:presLayoutVars>
      </dgm:prSet>
      <dgm:spPr/>
    </dgm:pt>
    <dgm:pt modelId="{BA685EB5-F33D-45A2-A309-024163E5FDE7}" type="pres">
      <dgm:prSet presAssocID="{4DDDEAA7-F187-4839-8C06-6C4E824A31C9}" presName="parSpace" presStyleCnt="0"/>
      <dgm:spPr/>
    </dgm:pt>
    <dgm:pt modelId="{7A61075C-89A9-445D-9D1E-7A1E6F999066}" type="pres">
      <dgm:prSet presAssocID="{4A64BD0D-078A-42E7-B472-A22501CA8609}" presName="parTxOnly" presStyleLbl="node1" presStyleIdx="3" presStyleCnt="8">
        <dgm:presLayoutVars>
          <dgm:bulletEnabled val="1"/>
        </dgm:presLayoutVars>
      </dgm:prSet>
      <dgm:spPr/>
    </dgm:pt>
    <dgm:pt modelId="{39BA83AF-6FA1-4184-87F5-7FAC57257A9C}" type="pres">
      <dgm:prSet presAssocID="{BF8B0796-E75C-4762-81BD-4E4200B4C7A8}" presName="parSpace" presStyleCnt="0"/>
      <dgm:spPr/>
    </dgm:pt>
    <dgm:pt modelId="{62CDC464-01BD-4FA8-98F8-B68EB2CEC568}" type="pres">
      <dgm:prSet presAssocID="{1702251D-1F7B-4415-9CF2-657CD4F60812}" presName="parTxOnly" presStyleLbl="node1" presStyleIdx="4" presStyleCnt="8">
        <dgm:presLayoutVars>
          <dgm:bulletEnabled val="1"/>
        </dgm:presLayoutVars>
      </dgm:prSet>
      <dgm:spPr/>
    </dgm:pt>
    <dgm:pt modelId="{31532286-04A0-408A-9C5A-2A9EE49F262B}" type="pres">
      <dgm:prSet presAssocID="{ED7BB5EC-4D46-4904-B978-3BD7DF96F85A}" presName="parSpace" presStyleCnt="0"/>
      <dgm:spPr/>
    </dgm:pt>
    <dgm:pt modelId="{C595150B-902B-44EC-B3D5-D016FD14C5EC}" type="pres">
      <dgm:prSet presAssocID="{7FC4D962-9694-40F2-B144-98AD7D671F5A}" presName="parTxOnly" presStyleLbl="node1" presStyleIdx="5" presStyleCnt="8">
        <dgm:presLayoutVars>
          <dgm:bulletEnabled val="1"/>
        </dgm:presLayoutVars>
      </dgm:prSet>
      <dgm:spPr/>
    </dgm:pt>
    <dgm:pt modelId="{073D6CED-4E14-4BC9-9815-36889869CD32}" type="pres">
      <dgm:prSet presAssocID="{2F12B9BC-3195-40D0-AE16-C912283C0FAD}" presName="parSpace" presStyleCnt="0"/>
      <dgm:spPr/>
    </dgm:pt>
    <dgm:pt modelId="{0B8F8EB8-36E8-4735-AE7B-C0DE4B15245F}" type="pres">
      <dgm:prSet presAssocID="{801E6385-12D6-45BB-BB2B-E60483CDB5C2}" presName="parTxOnly" presStyleLbl="node1" presStyleIdx="6" presStyleCnt="8">
        <dgm:presLayoutVars>
          <dgm:bulletEnabled val="1"/>
        </dgm:presLayoutVars>
      </dgm:prSet>
      <dgm:spPr/>
    </dgm:pt>
    <dgm:pt modelId="{E0F8DA29-2E83-445E-84F1-8DD46CB1068C}" type="pres">
      <dgm:prSet presAssocID="{8D379923-62CC-4480-A353-6B7E399B6C03}" presName="parSpace" presStyleCnt="0"/>
      <dgm:spPr/>
    </dgm:pt>
    <dgm:pt modelId="{D33A86B7-6E65-4AB2-B054-6452A037E689}" type="pres">
      <dgm:prSet presAssocID="{FD07B537-1024-4393-B34E-955B0B8EA8A9}" presName="parTxOnly" presStyleLbl="node1" presStyleIdx="7" presStyleCnt="8">
        <dgm:presLayoutVars>
          <dgm:bulletEnabled val="1"/>
        </dgm:presLayoutVars>
      </dgm:prSet>
      <dgm:spPr/>
    </dgm:pt>
  </dgm:ptLst>
  <dgm:cxnLst>
    <dgm:cxn modelId="{55D85D2A-7BA5-4496-B67B-D897AB104822}" srcId="{0EDC2507-76D4-47EC-B660-42CB5BCEF82C}" destId="{FF99967F-77DC-4969-97BA-0F238D3E7B8B}" srcOrd="0" destOrd="0" parTransId="{9D3C2CED-D106-4CF7-AA4F-4FD3A6B29355}" sibTransId="{863C1484-A14D-478F-A5C3-B4CA858B42A6}"/>
    <dgm:cxn modelId="{606B595F-D60C-424B-901B-7179C4D2A62D}" srcId="{0EDC2507-76D4-47EC-B660-42CB5BCEF82C}" destId="{7FC4D962-9694-40F2-B144-98AD7D671F5A}" srcOrd="5" destOrd="0" parTransId="{BACE0294-7B71-4284-A549-1E5CF8481CA6}" sibTransId="{2F12B9BC-3195-40D0-AE16-C912283C0FAD}"/>
    <dgm:cxn modelId="{73A4CC48-F58E-4078-BCDD-1001E1528C18}" type="presOf" srcId="{801E6385-12D6-45BB-BB2B-E60483CDB5C2}" destId="{0B8F8EB8-36E8-4735-AE7B-C0DE4B15245F}" srcOrd="0" destOrd="0" presId="urn:microsoft.com/office/officeart/2005/8/layout/hChevron3"/>
    <dgm:cxn modelId="{66BD9472-245D-4AB0-A7C1-A724B177AE31}" type="presOf" srcId="{4A64BD0D-078A-42E7-B472-A22501CA8609}" destId="{7A61075C-89A9-445D-9D1E-7A1E6F999066}" srcOrd="0" destOrd="0" presId="urn:microsoft.com/office/officeart/2005/8/layout/hChevron3"/>
    <dgm:cxn modelId="{875FF77B-81B3-414F-AF57-8CCBF1FEDA5E}" srcId="{0EDC2507-76D4-47EC-B660-42CB5BCEF82C}" destId="{8365B497-79C2-4A14-9E05-B2F5254DB454}" srcOrd="1" destOrd="0" parTransId="{001C02D4-A7A0-4077-BF48-249708CD36C8}" sibTransId="{8493129F-3088-4DDE-8F79-530381D0265C}"/>
    <dgm:cxn modelId="{65BC8890-B6FB-4288-BA3E-C1D8CA2F2B95}" type="presOf" srcId="{7FC4D962-9694-40F2-B144-98AD7D671F5A}" destId="{C595150B-902B-44EC-B3D5-D016FD14C5EC}" srcOrd="0" destOrd="0" presId="urn:microsoft.com/office/officeart/2005/8/layout/hChevron3"/>
    <dgm:cxn modelId="{90969CA1-701B-41A2-A6E2-FDD56FF6613D}" type="presOf" srcId="{FF99967F-77DC-4969-97BA-0F238D3E7B8B}" destId="{87C3A5E4-69B8-4F4B-9DB1-D8056AAA89AB}" srcOrd="0" destOrd="0" presId="urn:microsoft.com/office/officeart/2005/8/layout/hChevron3"/>
    <dgm:cxn modelId="{FD220EA9-9630-4BB6-AE8E-3CDFA0CBCEDD}" srcId="{0EDC2507-76D4-47EC-B660-42CB5BCEF82C}" destId="{FD07B537-1024-4393-B34E-955B0B8EA8A9}" srcOrd="7" destOrd="0" parTransId="{54A6FF4F-7079-4DD1-879F-2B71827CCF9A}" sibTransId="{2898424F-8350-43BA-95F9-946831827DFA}"/>
    <dgm:cxn modelId="{02E993A9-DA1F-495D-9236-4A7F575EF915}" srcId="{0EDC2507-76D4-47EC-B660-42CB5BCEF82C}" destId="{1702251D-1F7B-4415-9CF2-657CD4F60812}" srcOrd="4" destOrd="0" parTransId="{B0BCCD1D-3EEC-4D9D-9B74-3D4DDF6581E2}" sibTransId="{ED7BB5EC-4D46-4904-B978-3BD7DF96F85A}"/>
    <dgm:cxn modelId="{2340E0AC-93C5-457A-B1A1-8D4BB760FFF3}" type="presOf" srcId="{1702251D-1F7B-4415-9CF2-657CD4F60812}" destId="{62CDC464-01BD-4FA8-98F8-B68EB2CEC568}" srcOrd="0" destOrd="0" presId="urn:microsoft.com/office/officeart/2005/8/layout/hChevron3"/>
    <dgm:cxn modelId="{A8C878AD-4571-4F93-A42B-928C25614DF6}" type="presOf" srcId="{0EDC2507-76D4-47EC-B660-42CB5BCEF82C}" destId="{9FA643CC-F527-4699-B70F-4F0BB0822EDD}" srcOrd="0" destOrd="0" presId="urn:microsoft.com/office/officeart/2005/8/layout/hChevron3"/>
    <dgm:cxn modelId="{E59320B7-6C0C-4DA5-97F8-61DC7C265FA5}" type="presOf" srcId="{FD07B537-1024-4393-B34E-955B0B8EA8A9}" destId="{D33A86B7-6E65-4AB2-B054-6452A037E689}" srcOrd="0" destOrd="0" presId="urn:microsoft.com/office/officeart/2005/8/layout/hChevron3"/>
    <dgm:cxn modelId="{B41933BC-4B15-4872-A3D3-F438A02FCE9D}" srcId="{0EDC2507-76D4-47EC-B660-42CB5BCEF82C}" destId="{801E6385-12D6-45BB-BB2B-E60483CDB5C2}" srcOrd="6" destOrd="0" parTransId="{B10A76CE-91C2-48DC-BAD3-FF77C0CE858F}" sibTransId="{8D379923-62CC-4480-A353-6B7E399B6C03}"/>
    <dgm:cxn modelId="{3328E1BE-6121-4879-A146-F0D847E50953}" type="presOf" srcId="{8365B497-79C2-4A14-9E05-B2F5254DB454}" destId="{E04B6264-2947-4487-830C-3784CED090AE}" srcOrd="0" destOrd="0" presId="urn:microsoft.com/office/officeart/2005/8/layout/hChevron3"/>
    <dgm:cxn modelId="{874A95CF-091B-40A4-96F9-1A84CC821F1E}" srcId="{0EDC2507-76D4-47EC-B660-42CB5BCEF82C}" destId="{4A64BD0D-078A-42E7-B472-A22501CA8609}" srcOrd="3" destOrd="0" parTransId="{0E62CB90-0A51-402B-8DE4-DA963E3E60E7}" sibTransId="{BF8B0796-E75C-4762-81BD-4E4200B4C7A8}"/>
    <dgm:cxn modelId="{4D15EEE1-9229-47C6-8541-B5C674FECA4A}" srcId="{0EDC2507-76D4-47EC-B660-42CB5BCEF82C}" destId="{0233F345-07EB-4D0D-ACF6-E508E3EC113D}" srcOrd="2" destOrd="0" parTransId="{6B58E085-9C2B-4DA5-B29B-8E54FBE17892}" sibTransId="{4DDDEAA7-F187-4839-8C06-6C4E824A31C9}"/>
    <dgm:cxn modelId="{1052ACF3-0718-44DE-8569-F7FEBCBB7776}" type="presOf" srcId="{0233F345-07EB-4D0D-ACF6-E508E3EC113D}" destId="{518B359B-6E45-4209-BA2A-DE2A4C866CCB}" srcOrd="0" destOrd="0" presId="urn:microsoft.com/office/officeart/2005/8/layout/hChevron3"/>
    <dgm:cxn modelId="{FE992B2E-8E02-4561-8486-61B79093EDD6}" type="presParOf" srcId="{9FA643CC-F527-4699-B70F-4F0BB0822EDD}" destId="{87C3A5E4-69B8-4F4B-9DB1-D8056AAA89AB}" srcOrd="0" destOrd="0" presId="urn:microsoft.com/office/officeart/2005/8/layout/hChevron3"/>
    <dgm:cxn modelId="{16E222BA-9029-4CC6-9C85-04CD51421515}" type="presParOf" srcId="{9FA643CC-F527-4699-B70F-4F0BB0822EDD}" destId="{40869585-AE7B-4708-BF2F-1191A3E0E279}" srcOrd="1" destOrd="0" presId="urn:microsoft.com/office/officeart/2005/8/layout/hChevron3"/>
    <dgm:cxn modelId="{FFC0717A-FC73-4A11-AC04-48DCF0FD03E6}" type="presParOf" srcId="{9FA643CC-F527-4699-B70F-4F0BB0822EDD}" destId="{E04B6264-2947-4487-830C-3784CED090AE}" srcOrd="2" destOrd="0" presId="urn:microsoft.com/office/officeart/2005/8/layout/hChevron3"/>
    <dgm:cxn modelId="{DDC94238-DAC9-4821-A56C-CC433598F62B}" type="presParOf" srcId="{9FA643CC-F527-4699-B70F-4F0BB0822EDD}" destId="{26F6F906-3CE5-4EB5-B599-217BB838E0C9}" srcOrd="3" destOrd="0" presId="urn:microsoft.com/office/officeart/2005/8/layout/hChevron3"/>
    <dgm:cxn modelId="{A4E8EB73-C6D3-4562-A868-F6FDFD0A9B72}" type="presParOf" srcId="{9FA643CC-F527-4699-B70F-4F0BB0822EDD}" destId="{518B359B-6E45-4209-BA2A-DE2A4C866CCB}" srcOrd="4" destOrd="0" presId="urn:microsoft.com/office/officeart/2005/8/layout/hChevron3"/>
    <dgm:cxn modelId="{3DEB292C-C915-4E70-98C3-B8FAE0598E79}" type="presParOf" srcId="{9FA643CC-F527-4699-B70F-4F0BB0822EDD}" destId="{BA685EB5-F33D-45A2-A309-024163E5FDE7}" srcOrd="5" destOrd="0" presId="urn:microsoft.com/office/officeart/2005/8/layout/hChevron3"/>
    <dgm:cxn modelId="{D8365420-77CE-4C9C-B8E7-06A99C1DDDC0}" type="presParOf" srcId="{9FA643CC-F527-4699-B70F-4F0BB0822EDD}" destId="{7A61075C-89A9-445D-9D1E-7A1E6F999066}" srcOrd="6" destOrd="0" presId="urn:microsoft.com/office/officeart/2005/8/layout/hChevron3"/>
    <dgm:cxn modelId="{96B5C6C0-76EC-4B6E-A423-B212F339072A}" type="presParOf" srcId="{9FA643CC-F527-4699-B70F-4F0BB0822EDD}" destId="{39BA83AF-6FA1-4184-87F5-7FAC57257A9C}" srcOrd="7" destOrd="0" presId="urn:microsoft.com/office/officeart/2005/8/layout/hChevron3"/>
    <dgm:cxn modelId="{FE9D2E23-0039-4C6F-84F4-E24D12459D7A}" type="presParOf" srcId="{9FA643CC-F527-4699-B70F-4F0BB0822EDD}" destId="{62CDC464-01BD-4FA8-98F8-B68EB2CEC568}" srcOrd="8" destOrd="0" presId="urn:microsoft.com/office/officeart/2005/8/layout/hChevron3"/>
    <dgm:cxn modelId="{60709593-153A-4ED5-B3C8-6A2A44CDCB94}" type="presParOf" srcId="{9FA643CC-F527-4699-B70F-4F0BB0822EDD}" destId="{31532286-04A0-408A-9C5A-2A9EE49F262B}" srcOrd="9" destOrd="0" presId="urn:microsoft.com/office/officeart/2005/8/layout/hChevron3"/>
    <dgm:cxn modelId="{FD0E5794-CFC1-4F21-A707-FA6D62EAF626}" type="presParOf" srcId="{9FA643CC-F527-4699-B70F-4F0BB0822EDD}" destId="{C595150B-902B-44EC-B3D5-D016FD14C5EC}" srcOrd="10" destOrd="0" presId="urn:microsoft.com/office/officeart/2005/8/layout/hChevron3"/>
    <dgm:cxn modelId="{63913B2D-1050-43AC-BF2E-3CFD4FC3FF87}" type="presParOf" srcId="{9FA643CC-F527-4699-B70F-4F0BB0822EDD}" destId="{073D6CED-4E14-4BC9-9815-36889869CD32}" srcOrd="11" destOrd="0" presId="urn:microsoft.com/office/officeart/2005/8/layout/hChevron3"/>
    <dgm:cxn modelId="{B3A8DB3D-655A-41AA-B883-66B1D8D3B48C}" type="presParOf" srcId="{9FA643CC-F527-4699-B70F-4F0BB0822EDD}" destId="{0B8F8EB8-36E8-4735-AE7B-C0DE4B15245F}" srcOrd="12" destOrd="0" presId="urn:microsoft.com/office/officeart/2005/8/layout/hChevron3"/>
    <dgm:cxn modelId="{20C8C313-9AFE-4A7E-8D7D-0B925E26D5B3}" type="presParOf" srcId="{9FA643CC-F527-4699-B70F-4F0BB0822EDD}" destId="{E0F8DA29-2E83-445E-84F1-8DD46CB1068C}" srcOrd="13" destOrd="0" presId="urn:microsoft.com/office/officeart/2005/8/layout/hChevron3"/>
    <dgm:cxn modelId="{C6BDA7B6-52AB-4014-880A-DB9B11BE8C70}" type="presParOf" srcId="{9FA643CC-F527-4699-B70F-4F0BB0822EDD}" destId="{D33A86B7-6E65-4AB2-B054-6452A037E689}" srcOrd="14"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C3A5E4-69B8-4F4B-9DB1-D8056AAA89AB}">
      <dsp:nvSpPr>
        <dsp:cNvPr id="0" name=""/>
        <dsp:cNvSpPr/>
      </dsp:nvSpPr>
      <dsp:spPr>
        <a:xfrm>
          <a:off x="5823" y="2348291"/>
          <a:ext cx="1805212" cy="722084"/>
        </a:xfrm>
        <a:prstGeom prst="homePlate">
          <a:avLst/>
        </a:prstGeom>
        <a:solidFill>
          <a:schemeClr val="accent2">
            <a:lumMod val="40000"/>
            <a:lumOff val="6000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32004" rIns="16002" bIns="32004" numCol="1" spcCol="1270" anchor="ctr" anchorCtr="0">
          <a:noAutofit/>
        </a:bodyPr>
        <a:lstStyle/>
        <a:p>
          <a:pPr marL="0" lvl="0" indent="0" algn="ctr" defTabSz="533400">
            <a:lnSpc>
              <a:spcPct val="90000"/>
            </a:lnSpc>
            <a:spcBef>
              <a:spcPct val="0"/>
            </a:spcBef>
            <a:spcAft>
              <a:spcPct val="35000"/>
            </a:spcAft>
            <a:buNone/>
          </a:pPr>
          <a:r>
            <a:rPr kumimoji="1" lang="ja-JP" altLang="en-US" sz="1200" kern="1200" dirty="0">
              <a:solidFill>
                <a:schemeClr val="tx1"/>
              </a:solidFill>
              <a:latin typeface="HGS創英角ｺﾞｼｯｸUB" panose="020B0900000000000000" pitchFamily="50" charset="-128"/>
              <a:ea typeface="HGS創英角ｺﾞｼｯｸUB" panose="020B0900000000000000" pitchFamily="50" charset="-128"/>
            </a:rPr>
            <a:t>企画</a:t>
          </a:r>
          <a:endParaRPr kumimoji="1" lang="en-US" altLang="ja-JP" sz="1200" kern="1200" dirty="0">
            <a:solidFill>
              <a:schemeClr val="tx1"/>
            </a:solidFill>
            <a:latin typeface="HGS創英角ｺﾞｼｯｸUB" panose="020B0900000000000000" pitchFamily="50" charset="-128"/>
            <a:ea typeface="HGS創英角ｺﾞｼｯｸUB" panose="020B0900000000000000" pitchFamily="50" charset="-128"/>
          </a:endParaRPr>
        </a:p>
        <a:p>
          <a:pPr marL="0" lvl="0" indent="0" algn="ctr" defTabSz="533400">
            <a:lnSpc>
              <a:spcPct val="90000"/>
            </a:lnSpc>
            <a:spcBef>
              <a:spcPct val="0"/>
            </a:spcBef>
            <a:spcAft>
              <a:spcPct val="35000"/>
            </a:spcAft>
            <a:buNone/>
          </a:pPr>
          <a:r>
            <a:rPr kumimoji="1" lang="ja-JP" altLang="en-US" sz="1200" kern="1200" dirty="0">
              <a:solidFill>
                <a:schemeClr val="tx1"/>
              </a:solidFill>
              <a:latin typeface="HGS創英角ｺﾞｼｯｸUB" panose="020B0900000000000000" pitchFamily="50" charset="-128"/>
              <a:ea typeface="HGS創英角ｺﾞｼｯｸUB" panose="020B0900000000000000" pitchFamily="50" charset="-128"/>
            </a:rPr>
            <a:t>８コマ</a:t>
          </a:r>
        </a:p>
      </dsp:txBody>
      <dsp:txXfrm>
        <a:off x="5823" y="2348291"/>
        <a:ext cx="1624691" cy="722084"/>
      </dsp:txXfrm>
    </dsp:sp>
    <dsp:sp modelId="{E04B6264-2947-4487-830C-3784CED090AE}">
      <dsp:nvSpPr>
        <dsp:cNvPr id="0" name=""/>
        <dsp:cNvSpPr/>
      </dsp:nvSpPr>
      <dsp:spPr>
        <a:xfrm>
          <a:off x="1449993" y="2348291"/>
          <a:ext cx="1805212" cy="722084"/>
        </a:xfrm>
        <a:prstGeom prst="chevron">
          <a:avLst/>
        </a:prstGeom>
        <a:solidFill>
          <a:schemeClr val="accent4">
            <a:lumMod val="40000"/>
            <a:lumOff val="6000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32004" rIns="16002" bIns="32004" numCol="1" spcCol="1270" anchor="ctr" anchorCtr="0">
          <a:noAutofit/>
        </a:bodyPr>
        <a:lstStyle/>
        <a:p>
          <a:pPr marL="0" lvl="0" indent="0" algn="ctr" defTabSz="533400">
            <a:lnSpc>
              <a:spcPct val="90000"/>
            </a:lnSpc>
            <a:spcBef>
              <a:spcPct val="0"/>
            </a:spcBef>
            <a:spcAft>
              <a:spcPct val="35000"/>
            </a:spcAft>
            <a:buNone/>
          </a:pPr>
          <a:r>
            <a:rPr kumimoji="1" lang="ja-JP" altLang="en-US" sz="1200" kern="1200" dirty="0">
              <a:solidFill>
                <a:schemeClr val="tx1"/>
              </a:solidFill>
              <a:latin typeface="HGS創英角ｺﾞｼｯｸUB" panose="020B0900000000000000" pitchFamily="50" charset="-128"/>
              <a:ea typeface="HGS創英角ｺﾞｼｯｸUB" panose="020B0900000000000000" pitchFamily="50" charset="-128"/>
            </a:rPr>
            <a:t>プロトタイプ作成　</a:t>
          </a:r>
          <a:endParaRPr kumimoji="1" lang="en-US" altLang="ja-JP" sz="1200" kern="1200" dirty="0">
            <a:solidFill>
              <a:schemeClr val="tx1"/>
            </a:solidFill>
            <a:latin typeface="HGS創英角ｺﾞｼｯｸUB" panose="020B0900000000000000" pitchFamily="50" charset="-128"/>
            <a:ea typeface="HGS創英角ｺﾞｼｯｸUB" panose="020B0900000000000000" pitchFamily="50" charset="-128"/>
          </a:endParaRPr>
        </a:p>
        <a:p>
          <a:pPr marL="0" lvl="0" indent="0" algn="ctr" defTabSz="533400">
            <a:lnSpc>
              <a:spcPct val="90000"/>
            </a:lnSpc>
            <a:spcBef>
              <a:spcPct val="0"/>
            </a:spcBef>
            <a:spcAft>
              <a:spcPct val="35000"/>
            </a:spcAft>
            <a:buNone/>
          </a:pPr>
          <a:r>
            <a:rPr kumimoji="1" lang="ja-JP" altLang="en-US" sz="1200" kern="1200" dirty="0">
              <a:solidFill>
                <a:schemeClr val="tx1"/>
              </a:solidFill>
              <a:latin typeface="HGS創英角ｺﾞｼｯｸUB" panose="020B0900000000000000" pitchFamily="50" charset="-128"/>
              <a:ea typeface="HGS創英角ｺﾞｼｯｸUB" panose="020B0900000000000000" pitchFamily="50" charset="-128"/>
            </a:rPr>
            <a:t>７コマ</a:t>
          </a:r>
        </a:p>
      </dsp:txBody>
      <dsp:txXfrm>
        <a:off x="1811035" y="2348291"/>
        <a:ext cx="1083128" cy="722084"/>
      </dsp:txXfrm>
    </dsp:sp>
    <dsp:sp modelId="{518B359B-6E45-4209-BA2A-DE2A4C866CCB}">
      <dsp:nvSpPr>
        <dsp:cNvPr id="0" name=""/>
        <dsp:cNvSpPr/>
      </dsp:nvSpPr>
      <dsp:spPr>
        <a:xfrm>
          <a:off x="2894163" y="2348291"/>
          <a:ext cx="1805212" cy="722084"/>
        </a:xfrm>
        <a:prstGeom prst="chevron">
          <a:avLst/>
        </a:prstGeom>
        <a:solidFill>
          <a:schemeClr val="accent6">
            <a:lumMod val="40000"/>
            <a:lumOff val="6000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32004" rIns="16002" bIns="32004" numCol="1" spcCol="1270" anchor="ctr" anchorCtr="0">
          <a:noAutofit/>
        </a:bodyPr>
        <a:lstStyle/>
        <a:p>
          <a:pPr marL="0" lvl="0" indent="0" algn="ctr" defTabSz="533400">
            <a:lnSpc>
              <a:spcPct val="90000"/>
            </a:lnSpc>
            <a:spcBef>
              <a:spcPct val="0"/>
            </a:spcBef>
            <a:spcAft>
              <a:spcPct val="35000"/>
            </a:spcAft>
            <a:buNone/>
          </a:pPr>
          <a:r>
            <a:rPr kumimoji="1" lang="ja-JP" altLang="en-US" sz="1200" kern="1200" dirty="0">
              <a:solidFill>
                <a:schemeClr val="tx1"/>
              </a:solidFill>
              <a:latin typeface="HGS創英角ｺﾞｼｯｸUB" panose="020B0900000000000000" pitchFamily="50" charset="-128"/>
              <a:ea typeface="HGS創英角ｺﾞｼｯｸUB" panose="020B0900000000000000" pitchFamily="50" charset="-128"/>
            </a:rPr>
            <a:t>ステージ制作</a:t>
          </a:r>
          <a:endParaRPr kumimoji="1" lang="en-US" altLang="ja-JP" sz="1200" kern="1200" dirty="0">
            <a:solidFill>
              <a:schemeClr val="tx1"/>
            </a:solidFill>
            <a:latin typeface="HGS創英角ｺﾞｼｯｸUB" panose="020B0900000000000000" pitchFamily="50" charset="-128"/>
            <a:ea typeface="HGS創英角ｺﾞｼｯｸUB" panose="020B0900000000000000" pitchFamily="50" charset="-128"/>
          </a:endParaRPr>
        </a:p>
        <a:p>
          <a:pPr marL="0" lvl="0" indent="0" algn="ctr" defTabSz="533400">
            <a:lnSpc>
              <a:spcPct val="90000"/>
            </a:lnSpc>
            <a:spcBef>
              <a:spcPct val="0"/>
            </a:spcBef>
            <a:spcAft>
              <a:spcPct val="35000"/>
            </a:spcAft>
            <a:buNone/>
          </a:pPr>
          <a:r>
            <a:rPr kumimoji="1" lang="ja-JP" altLang="en-US" sz="1200" kern="1200" dirty="0">
              <a:solidFill>
                <a:schemeClr val="tx1"/>
              </a:solidFill>
              <a:latin typeface="HGS創英角ｺﾞｼｯｸUB" panose="020B0900000000000000" pitchFamily="50" charset="-128"/>
              <a:ea typeface="HGS創英角ｺﾞｼｯｸUB" panose="020B0900000000000000" pitchFamily="50" charset="-128"/>
            </a:rPr>
            <a:t>９コマ</a:t>
          </a:r>
        </a:p>
      </dsp:txBody>
      <dsp:txXfrm>
        <a:off x="3255205" y="2348291"/>
        <a:ext cx="1083128" cy="722084"/>
      </dsp:txXfrm>
    </dsp:sp>
    <dsp:sp modelId="{7A61075C-89A9-445D-9D1E-7A1E6F999066}">
      <dsp:nvSpPr>
        <dsp:cNvPr id="0" name=""/>
        <dsp:cNvSpPr/>
      </dsp:nvSpPr>
      <dsp:spPr>
        <a:xfrm>
          <a:off x="4338332" y="2348291"/>
          <a:ext cx="1805212" cy="722084"/>
        </a:xfrm>
        <a:prstGeom prst="chevron">
          <a:avLst/>
        </a:prstGeom>
        <a:solidFill>
          <a:schemeClr val="accent5">
            <a:lumMod val="40000"/>
            <a:lumOff val="6000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32004" rIns="16002" bIns="32004" numCol="1" spcCol="1270" anchor="ctr" anchorCtr="0">
          <a:noAutofit/>
        </a:bodyPr>
        <a:lstStyle/>
        <a:p>
          <a:pPr marL="0" lvl="0" indent="0" algn="ctr" defTabSz="533400">
            <a:lnSpc>
              <a:spcPct val="90000"/>
            </a:lnSpc>
            <a:spcBef>
              <a:spcPct val="0"/>
            </a:spcBef>
            <a:spcAft>
              <a:spcPct val="35000"/>
            </a:spcAft>
            <a:buNone/>
          </a:pPr>
          <a:r>
            <a:rPr kumimoji="1" lang="en-US" altLang="ja-JP" sz="1200" kern="1200" dirty="0">
              <a:solidFill>
                <a:schemeClr val="tx1"/>
              </a:solidFill>
              <a:latin typeface="HGS創英角ｺﾞｼｯｸUB" panose="020B0900000000000000" pitchFamily="50" charset="-128"/>
              <a:ea typeface="HGS創英角ｺﾞｼｯｸUB" panose="020B0900000000000000" pitchFamily="50" charset="-128"/>
            </a:rPr>
            <a:t>UI</a:t>
          </a:r>
          <a:r>
            <a:rPr kumimoji="1" lang="ja-JP" altLang="en-US" sz="1200" kern="1200" dirty="0">
              <a:solidFill>
                <a:schemeClr val="tx1"/>
              </a:solidFill>
              <a:latin typeface="HGS創英角ｺﾞｼｯｸUB" panose="020B0900000000000000" pitchFamily="50" charset="-128"/>
              <a:ea typeface="HGS創英角ｺﾞｼｯｸUB" panose="020B0900000000000000" pitchFamily="50" charset="-128"/>
            </a:rPr>
            <a:t>、エフェクト作成</a:t>
          </a:r>
          <a:endParaRPr kumimoji="1" lang="en-US" altLang="ja-JP" sz="1200" kern="1200" dirty="0">
            <a:solidFill>
              <a:schemeClr val="tx1"/>
            </a:solidFill>
            <a:latin typeface="HGS創英角ｺﾞｼｯｸUB" panose="020B0900000000000000" pitchFamily="50" charset="-128"/>
            <a:ea typeface="HGS創英角ｺﾞｼｯｸUB" panose="020B0900000000000000" pitchFamily="50" charset="-128"/>
          </a:endParaRPr>
        </a:p>
        <a:p>
          <a:pPr marL="0" lvl="0" indent="0" algn="ctr" defTabSz="533400">
            <a:lnSpc>
              <a:spcPct val="90000"/>
            </a:lnSpc>
            <a:spcBef>
              <a:spcPct val="0"/>
            </a:spcBef>
            <a:spcAft>
              <a:spcPct val="35000"/>
            </a:spcAft>
            <a:buNone/>
          </a:pPr>
          <a:r>
            <a:rPr kumimoji="1" lang="ja-JP" altLang="en-US" sz="1200" kern="1200" dirty="0">
              <a:solidFill>
                <a:schemeClr val="tx1"/>
              </a:solidFill>
              <a:latin typeface="HGS創英角ｺﾞｼｯｸUB" panose="020B0900000000000000" pitchFamily="50" charset="-128"/>
              <a:ea typeface="HGS創英角ｺﾞｼｯｸUB" panose="020B0900000000000000" pitchFamily="50" charset="-128"/>
            </a:rPr>
            <a:t>６コマ</a:t>
          </a:r>
        </a:p>
      </dsp:txBody>
      <dsp:txXfrm>
        <a:off x="4699374" y="2348291"/>
        <a:ext cx="1083128" cy="722084"/>
      </dsp:txXfrm>
    </dsp:sp>
    <dsp:sp modelId="{62CDC464-01BD-4FA8-98F8-B68EB2CEC568}">
      <dsp:nvSpPr>
        <dsp:cNvPr id="0" name=""/>
        <dsp:cNvSpPr/>
      </dsp:nvSpPr>
      <dsp:spPr>
        <a:xfrm>
          <a:off x="5782502" y="2348291"/>
          <a:ext cx="1805212" cy="722084"/>
        </a:xfrm>
        <a:prstGeom prst="chevron">
          <a:avLst/>
        </a:prstGeom>
        <a:solidFill>
          <a:srgbClr val="916DAF"/>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32004" rIns="16002" bIns="32004" numCol="1" spcCol="1270" anchor="ctr" anchorCtr="0">
          <a:noAutofit/>
        </a:bodyPr>
        <a:lstStyle/>
        <a:p>
          <a:pPr marL="0" lvl="0" indent="0" algn="ctr" defTabSz="533400">
            <a:lnSpc>
              <a:spcPct val="90000"/>
            </a:lnSpc>
            <a:spcBef>
              <a:spcPct val="0"/>
            </a:spcBef>
            <a:spcAft>
              <a:spcPct val="35000"/>
            </a:spcAft>
            <a:buNone/>
          </a:pPr>
          <a:r>
            <a:rPr kumimoji="1" lang="ja-JP" altLang="en-US" sz="1200" kern="1200" dirty="0">
              <a:solidFill>
                <a:schemeClr val="tx1"/>
              </a:solidFill>
              <a:latin typeface="HGS創英角ｺﾞｼｯｸUB" panose="020B0900000000000000" pitchFamily="50" charset="-128"/>
              <a:ea typeface="HGS創英角ｺﾞｼｯｸUB" panose="020B0900000000000000" pitchFamily="50" charset="-128"/>
            </a:rPr>
            <a:t>エフェクト制作、バグ調整</a:t>
          </a:r>
          <a:endParaRPr kumimoji="1" lang="en-US" altLang="ja-JP" sz="1200" kern="1200" dirty="0">
            <a:solidFill>
              <a:schemeClr val="tx1"/>
            </a:solidFill>
            <a:latin typeface="HGS創英角ｺﾞｼｯｸUB" panose="020B0900000000000000" pitchFamily="50" charset="-128"/>
            <a:ea typeface="HGS創英角ｺﾞｼｯｸUB" panose="020B0900000000000000" pitchFamily="50" charset="-128"/>
          </a:endParaRPr>
        </a:p>
        <a:p>
          <a:pPr marL="0" lvl="0" indent="0" algn="ctr" defTabSz="533400">
            <a:lnSpc>
              <a:spcPct val="90000"/>
            </a:lnSpc>
            <a:spcBef>
              <a:spcPct val="0"/>
            </a:spcBef>
            <a:spcAft>
              <a:spcPct val="35000"/>
            </a:spcAft>
            <a:buNone/>
          </a:pPr>
          <a:r>
            <a:rPr kumimoji="1" lang="ja-JP" altLang="en-US" sz="1200" kern="1200" dirty="0">
              <a:solidFill>
                <a:schemeClr val="tx1"/>
              </a:solidFill>
              <a:latin typeface="HGS創英角ｺﾞｼｯｸUB" panose="020B0900000000000000" pitchFamily="50" charset="-128"/>
              <a:ea typeface="HGS創英角ｺﾞｼｯｸUB" panose="020B0900000000000000" pitchFamily="50" charset="-128"/>
            </a:rPr>
            <a:t>６コマ</a:t>
          </a:r>
        </a:p>
      </dsp:txBody>
      <dsp:txXfrm>
        <a:off x="6143544" y="2348291"/>
        <a:ext cx="1083128" cy="722084"/>
      </dsp:txXfrm>
    </dsp:sp>
    <dsp:sp modelId="{C595150B-902B-44EC-B3D5-D016FD14C5EC}">
      <dsp:nvSpPr>
        <dsp:cNvPr id="0" name=""/>
        <dsp:cNvSpPr/>
      </dsp:nvSpPr>
      <dsp:spPr>
        <a:xfrm>
          <a:off x="7226672" y="2348291"/>
          <a:ext cx="1805212" cy="722084"/>
        </a:xfrm>
        <a:prstGeom prst="chevron">
          <a:avLst/>
        </a:prstGeom>
        <a:solidFill>
          <a:srgbClr val="FFC000"/>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32004" rIns="16002" bIns="32004" numCol="1" spcCol="1270" anchor="ctr" anchorCtr="0">
          <a:noAutofit/>
        </a:bodyPr>
        <a:lstStyle/>
        <a:p>
          <a:pPr marL="0" lvl="0" indent="0" algn="ctr" defTabSz="533400">
            <a:lnSpc>
              <a:spcPct val="90000"/>
            </a:lnSpc>
            <a:spcBef>
              <a:spcPct val="0"/>
            </a:spcBef>
            <a:spcAft>
              <a:spcPct val="35000"/>
            </a:spcAft>
            <a:buNone/>
          </a:pPr>
          <a:r>
            <a:rPr kumimoji="1" lang="ja-JP" altLang="en-US" sz="1200" kern="1200" dirty="0">
              <a:solidFill>
                <a:schemeClr val="tx1"/>
              </a:solidFill>
              <a:latin typeface="HGS創英角ｺﾞｼｯｸUB" panose="020B0900000000000000" pitchFamily="50" charset="-128"/>
              <a:ea typeface="HGS創英角ｺﾞｼｯｸUB" panose="020B0900000000000000" pitchFamily="50" charset="-128"/>
            </a:rPr>
            <a:t>本実装</a:t>
          </a:r>
          <a:endParaRPr kumimoji="1" lang="en-US" altLang="ja-JP" sz="1200" kern="1200" dirty="0">
            <a:solidFill>
              <a:schemeClr val="tx1"/>
            </a:solidFill>
            <a:latin typeface="HGS創英角ｺﾞｼｯｸUB" panose="020B0900000000000000" pitchFamily="50" charset="-128"/>
            <a:ea typeface="HGS創英角ｺﾞｼｯｸUB" panose="020B0900000000000000" pitchFamily="50" charset="-128"/>
          </a:endParaRPr>
        </a:p>
        <a:p>
          <a:pPr marL="0" lvl="0" indent="0" algn="ctr" defTabSz="533400">
            <a:lnSpc>
              <a:spcPct val="90000"/>
            </a:lnSpc>
            <a:spcBef>
              <a:spcPct val="0"/>
            </a:spcBef>
            <a:spcAft>
              <a:spcPct val="35000"/>
            </a:spcAft>
            <a:buNone/>
          </a:pPr>
          <a:r>
            <a:rPr kumimoji="1" lang="ja-JP" altLang="en-US" sz="1200" kern="1200" dirty="0">
              <a:solidFill>
                <a:schemeClr val="tx1"/>
              </a:solidFill>
              <a:latin typeface="HGS創英角ｺﾞｼｯｸUB" panose="020B0900000000000000" pitchFamily="50" charset="-128"/>
              <a:ea typeface="HGS創英角ｺﾞｼｯｸUB" panose="020B0900000000000000" pitchFamily="50" charset="-128"/>
            </a:rPr>
            <a:t>６コマ</a:t>
          </a:r>
        </a:p>
      </dsp:txBody>
      <dsp:txXfrm>
        <a:off x="7587714" y="2348291"/>
        <a:ext cx="1083128" cy="722084"/>
      </dsp:txXfrm>
    </dsp:sp>
    <dsp:sp modelId="{0B8F8EB8-36E8-4735-AE7B-C0DE4B15245F}">
      <dsp:nvSpPr>
        <dsp:cNvPr id="0" name=""/>
        <dsp:cNvSpPr/>
      </dsp:nvSpPr>
      <dsp:spPr>
        <a:xfrm>
          <a:off x="8670842" y="2348291"/>
          <a:ext cx="1805212" cy="722084"/>
        </a:xfrm>
        <a:prstGeom prst="chevron">
          <a:avLst/>
        </a:prstGeom>
        <a:solidFill>
          <a:srgbClr val="92D050"/>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32004" rIns="16002" bIns="32004" numCol="1" spcCol="1270" anchor="ctr" anchorCtr="0">
          <a:noAutofit/>
        </a:bodyPr>
        <a:lstStyle/>
        <a:p>
          <a:pPr marL="0" lvl="0" indent="0" algn="ctr" defTabSz="533400">
            <a:lnSpc>
              <a:spcPct val="90000"/>
            </a:lnSpc>
            <a:spcBef>
              <a:spcPct val="0"/>
            </a:spcBef>
            <a:spcAft>
              <a:spcPct val="35000"/>
            </a:spcAft>
            <a:buNone/>
          </a:pPr>
          <a:r>
            <a:rPr kumimoji="1" lang="ja-JP" altLang="en-US" sz="1200" kern="1200" dirty="0">
              <a:solidFill>
                <a:schemeClr val="tx1"/>
              </a:solidFill>
              <a:latin typeface="HGS創英角ｺﾞｼｯｸUB" panose="020B0900000000000000" pitchFamily="50" charset="-128"/>
              <a:ea typeface="HGS創英角ｺﾞｼｯｸUB" panose="020B0900000000000000" pitchFamily="50" charset="-128"/>
            </a:rPr>
            <a:t>最終調整・資料作成</a:t>
          </a:r>
          <a:endParaRPr kumimoji="1" lang="en-US" altLang="ja-JP" sz="1200" kern="1200" dirty="0">
            <a:solidFill>
              <a:schemeClr val="tx1"/>
            </a:solidFill>
            <a:latin typeface="HGS創英角ｺﾞｼｯｸUB" panose="020B0900000000000000" pitchFamily="50" charset="-128"/>
            <a:ea typeface="HGS創英角ｺﾞｼｯｸUB" panose="020B0900000000000000" pitchFamily="50" charset="-128"/>
          </a:endParaRPr>
        </a:p>
        <a:p>
          <a:pPr marL="0" lvl="0" indent="0" algn="ctr" defTabSz="533400">
            <a:lnSpc>
              <a:spcPct val="90000"/>
            </a:lnSpc>
            <a:spcBef>
              <a:spcPct val="0"/>
            </a:spcBef>
            <a:spcAft>
              <a:spcPct val="35000"/>
            </a:spcAft>
            <a:buNone/>
          </a:pPr>
          <a:r>
            <a:rPr kumimoji="1" lang="ja-JP" altLang="en-US" sz="1200" kern="1200" dirty="0">
              <a:solidFill>
                <a:schemeClr val="tx1"/>
              </a:solidFill>
              <a:latin typeface="HGS創英角ｺﾞｼｯｸUB" panose="020B0900000000000000" pitchFamily="50" charset="-128"/>
              <a:ea typeface="HGS創英角ｺﾞｼｯｸUB" panose="020B0900000000000000" pitchFamily="50" charset="-128"/>
            </a:rPr>
            <a:t>３コマ</a:t>
          </a:r>
        </a:p>
      </dsp:txBody>
      <dsp:txXfrm>
        <a:off x="9031884" y="2348291"/>
        <a:ext cx="1083128" cy="722084"/>
      </dsp:txXfrm>
    </dsp:sp>
    <dsp:sp modelId="{D33A86B7-6E65-4AB2-B054-6452A037E689}">
      <dsp:nvSpPr>
        <dsp:cNvPr id="0" name=""/>
        <dsp:cNvSpPr/>
      </dsp:nvSpPr>
      <dsp:spPr>
        <a:xfrm>
          <a:off x="10115012" y="2348291"/>
          <a:ext cx="1805212" cy="722084"/>
        </a:xfrm>
        <a:prstGeom prst="chevron">
          <a:avLst/>
        </a:prstGeom>
        <a:solidFill>
          <a:srgbClr val="FF0000"/>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32004" rIns="16002" bIns="32004" numCol="1" spcCol="1270" anchor="ctr" anchorCtr="0">
          <a:noAutofit/>
        </a:bodyPr>
        <a:lstStyle/>
        <a:p>
          <a:pPr marL="0" lvl="0" indent="0" algn="ctr" defTabSz="533400">
            <a:lnSpc>
              <a:spcPct val="90000"/>
            </a:lnSpc>
            <a:spcBef>
              <a:spcPct val="0"/>
            </a:spcBef>
            <a:spcAft>
              <a:spcPct val="35000"/>
            </a:spcAft>
            <a:buNone/>
          </a:pPr>
          <a:r>
            <a:rPr kumimoji="1" lang="ja-JP" altLang="en-US" sz="1200" kern="1200" dirty="0">
              <a:solidFill>
                <a:schemeClr val="tx1"/>
              </a:solidFill>
              <a:latin typeface="HGS創英角ｺﾞｼｯｸUB" panose="020B0900000000000000" pitchFamily="50" charset="-128"/>
              <a:ea typeface="HGS創英角ｺﾞｼｯｸUB" panose="020B0900000000000000" pitchFamily="50" charset="-128"/>
            </a:rPr>
            <a:t>発表</a:t>
          </a:r>
          <a:endParaRPr kumimoji="1" lang="en-US" altLang="ja-JP" sz="1200" kern="1200" dirty="0">
            <a:solidFill>
              <a:schemeClr val="tx1"/>
            </a:solidFill>
            <a:latin typeface="HGS創英角ｺﾞｼｯｸUB" panose="020B0900000000000000" pitchFamily="50" charset="-128"/>
            <a:ea typeface="HGS創英角ｺﾞｼｯｸUB" panose="020B0900000000000000" pitchFamily="50" charset="-128"/>
          </a:endParaRPr>
        </a:p>
        <a:p>
          <a:pPr marL="0" lvl="0" indent="0" algn="ctr" defTabSz="533400">
            <a:lnSpc>
              <a:spcPct val="90000"/>
            </a:lnSpc>
            <a:spcBef>
              <a:spcPct val="0"/>
            </a:spcBef>
            <a:spcAft>
              <a:spcPct val="35000"/>
            </a:spcAft>
            <a:buNone/>
          </a:pPr>
          <a:r>
            <a:rPr kumimoji="1" lang="ja-JP" altLang="en-US" sz="1200" kern="1200" dirty="0">
              <a:solidFill>
                <a:schemeClr val="tx1"/>
              </a:solidFill>
              <a:latin typeface="HGS創英角ｺﾞｼｯｸUB" panose="020B0900000000000000" pitchFamily="50" charset="-128"/>
              <a:ea typeface="HGS創英角ｺﾞｼｯｸUB" panose="020B0900000000000000" pitchFamily="50" charset="-128"/>
            </a:rPr>
            <a:t>３コマ</a:t>
          </a:r>
        </a:p>
      </dsp:txBody>
      <dsp:txXfrm>
        <a:off x="10476054" y="2348291"/>
        <a:ext cx="1083128" cy="722084"/>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9/17/2026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9/17/2026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9/17/2026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9/17/2026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sv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6">
            <a:extLst>
              <a:ext uri="{FF2B5EF4-FFF2-40B4-BE49-F238E27FC236}">
                <a16:creationId xmlns:a16="http://schemas.microsoft.com/office/drawing/2014/main" id="{DD606021-9D11-412A-9E92-54061225980C}"/>
              </a:ext>
            </a:extLst>
          </p:cNvPr>
          <p:cNvSpPr>
            <a:spLocks noGrp="1"/>
          </p:cNvSpPr>
          <p:nvPr>
            <p:ph idx="1"/>
          </p:nvPr>
        </p:nvSpPr>
        <p:spPr>
          <a:xfrm>
            <a:off x="273740" y="363787"/>
            <a:ext cx="6120983" cy="6494213"/>
          </a:xfrm>
        </p:spPr>
        <p:txBody>
          <a:bodyPr>
            <a:normAutofit fontScale="92500" lnSpcReduction="10000"/>
          </a:bodyPr>
          <a:lstStyle/>
          <a:p>
            <a:pPr marL="0" indent="0">
              <a:buNone/>
            </a:pPr>
            <a:r>
              <a:rPr lang="en-US" altLang="ja-JP" sz="3200" b="1" dirty="0">
                <a:ln>
                  <a:solidFill>
                    <a:schemeClr val="bg1"/>
                  </a:solidFill>
                </a:ln>
                <a:solidFill>
                  <a:schemeClr val="bg1"/>
                </a:solidFill>
                <a:effectLst>
                  <a:glow rad="63500">
                    <a:schemeClr val="accent1">
                      <a:satMod val="175000"/>
                      <a:alpha val="40000"/>
                    </a:schemeClr>
                  </a:glow>
                  <a:outerShdw blurRad="38100" dist="38100" dir="2700000" algn="tl">
                    <a:srgbClr val="000000">
                      <a:alpha val="43137"/>
                    </a:srgbClr>
                  </a:outerShdw>
                </a:effectLst>
                <a:latin typeface="ドットゴシック16" panose="02020909000000000000" pitchFamily="17" charset="-128"/>
                <a:ea typeface="ドットゴシック16" panose="02020909000000000000" pitchFamily="17" charset="-128"/>
              </a:rPr>
              <a:t>RE:</a:t>
            </a:r>
            <a:r>
              <a:rPr lang="en-US" altLang="ja-JP" sz="3200" b="1" dirty="0">
                <a:ln>
                  <a:solidFill>
                    <a:schemeClr val="bg1"/>
                  </a:solidFill>
                </a:ln>
                <a:solidFill>
                  <a:srgbClr val="00B0F0"/>
                </a:solidFill>
                <a:effectLst>
                  <a:glow rad="63500">
                    <a:schemeClr val="accent1">
                      <a:satMod val="175000"/>
                      <a:alpha val="40000"/>
                    </a:schemeClr>
                  </a:glow>
                  <a:outerShdw blurRad="38100" dist="38100" dir="2700000" algn="tl">
                    <a:srgbClr val="000000">
                      <a:alpha val="43137"/>
                    </a:srgbClr>
                  </a:outerShdw>
                </a:effectLst>
                <a:latin typeface="ドットゴシック16" panose="02020909000000000000" pitchFamily="17" charset="-128"/>
                <a:ea typeface="ドットゴシック16" panose="02020909000000000000" pitchFamily="17" charset="-128"/>
              </a:rPr>
              <a:t>BO</a:t>
            </a:r>
            <a:r>
              <a:rPr lang="en-US" altLang="ja-JP" sz="3200" b="1" dirty="0">
                <a:ln>
                  <a:solidFill>
                    <a:schemeClr val="bg1"/>
                  </a:solidFill>
                </a:ln>
                <a:solidFill>
                  <a:srgbClr val="FF00FF"/>
                </a:solidFill>
                <a:effectLst>
                  <a:glow rad="63500">
                    <a:schemeClr val="accent1">
                      <a:satMod val="175000"/>
                      <a:alpha val="40000"/>
                    </a:schemeClr>
                  </a:glow>
                  <a:outerShdw blurRad="38100" dist="38100" dir="2700000" algn="tl">
                    <a:srgbClr val="000000">
                      <a:alpha val="43137"/>
                    </a:srgbClr>
                  </a:outerShdw>
                </a:effectLst>
                <a:latin typeface="ドットゴシック16" panose="02020909000000000000" pitchFamily="17" charset="-128"/>
                <a:ea typeface="ドットゴシック16" panose="02020909000000000000" pitchFamily="17" charset="-128"/>
              </a:rPr>
              <a:t>UN</a:t>
            </a:r>
            <a:r>
              <a:rPr lang="en-US" altLang="ja-JP" sz="3200" b="1" dirty="0">
                <a:ln>
                  <a:solidFill>
                    <a:schemeClr val="bg1"/>
                  </a:solidFill>
                </a:ln>
                <a:solidFill>
                  <a:srgbClr val="FFFF00"/>
                </a:solidFill>
                <a:effectLst>
                  <a:glow rad="63500">
                    <a:schemeClr val="accent1">
                      <a:satMod val="175000"/>
                      <a:alpha val="40000"/>
                    </a:schemeClr>
                  </a:glow>
                  <a:outerShdw blurRad="38100" dist="38100" dir="2700000" algn="tl">
                    <a:srgbClr val="000000">
                      <a:alpha val="43137"/>
                    </a:srgbClr>
                  </a:outerShdw>
                </a:effectLst>
                <a:latin typeface="ドットゴシック16" panose="02020909000000000000" pitchFamily="17" charset="-128"/>
                <a:ea typeface="ドットゴシック16" panose="02020909000000000000" pitchFamily="17" charset="-128"/>
              </a:rPr>
              <a:t>D</a:t>
            </a:r>
          </a:p>
          <a:p>
            <a:pPr marL="0" indent="0">
              <a:buNone/>
            </a:pPr>
            <a:r>
              <a:rPr lang="ja-JP" altLang="en-US" sz="1400" dirty="0">
                <a:latin typeface="ドットゴシック16" panose="02020909000000000000" pitchFamily="17" charset="-128"/>
                <a:ea typeface="ドットゴシック16" panose="02020909000000000000" pitchFamily="17" charset="-128"/>
              </a:rPr>
              <a:t>マウスでボールを引っ張り飛ばし、バウンドさせながらゴールを目指す</a:t>
            </a:r>
            <a:r>
              <a:rPr lang="en-US" altLang="ja-JP" sz="1400" dirty="0">
                <a:latin typeface="ドットゴシック16" panose="02020909000000000000" pitchFamily="17" charset="-128"/>
                <a:ea typeface="ドットゴシック16" panose="02020909000000000000" pitchFamily="17" charset="-128"/>
              </a:rPr>
              <a:t>2D</a:t>
            </a:r>
            <a:r>
              <a:rPr lang="ja-JP" altLang="en-US" sz="1400" dirty="0">
                <a:latin typeface="ドットゴシック16" panose="02020909000000000000" pitchFamily="17" charset="-128"/>
                <a:ea typeface="ドットゴシック16" panose="02020909000000000000" pitchFamily="17" charset="-128"/>
              </a:rPr>
              <a:t>アクションパズルゲーム</a:t>
            </a:r>
            <a:endParaRPr lang="en-US" altLang="ja-JP" sz="1400" dirty="0">
              <a:latin typeface="ドットゴシック16" panose="02020909000000000000" pitchFamily="17" charset="-128"/>
              <a:ea typeface="ドットゴシック16" panose="02020909000000000000" pitchFamily="17" charset="-128"/>
            </a:endParaRPr>
          </a:p>
          <a:p>
            <a:pPr marL="0" indent="0">
              <a:buNone/>
            </a:pPr>
            <a:endParaRPr lang="en-US" altLang="ja-JP" sz="1400" dirty="0">
              <a:latin typeface="ドットゴシック16" panose="02020909000000000000" pitchFamily="17" charset="-128"/>
              <a:ea typeface="ドットゴシック16" panose="02020909000000000000" pitchFamily="17" charset="-128"/>
            </a:endParaRPr>
          </a:p>
          <a:p>
            <a:pPr marL="0" indent="0">
              <a:buNone/>
            </a:pPr>
            <a:r>
              <a:rPr lang="ja-JP" altLang="en-US" sz="2400" b="1" dirty="0">
                <a:latin typeface="ドットゴシック16" panose="02020909000000000000" pitchFamily="17" charset="-128"/>
                <a:ea typeface="ドットゴシック16" panose="02020909000000000000" pitchFamily="17" charset="-128"/>
              </a:rPr>
              <a:t>コンセプト</a:t>
            </a:r>
            <a:endParaRPr lang="en-US" altLang="ja-JP" sz="2400" b="1" dirty="0">
              <a:latin typeface="ドットゴシック16" panose="02020909000000000000" pitchFamily="17" charset="-128"/>
              <a:ea typeface="ドットゴシック16" panose="02020909000000000000" pitchFamily="17" charset="-128"/>
            </a:endParaRPr>
          </a:p>
          <a:p>
            <a:pPr marL="0" indent="0">
              <a:buNone/>
            </a:pPr>
            <a:r>
              <a:rPr lang="ja-JP" altLang="en-US" sz="1400" dirty="0">
                <a:latin typeface="ドットゴシック16" panose="02020909000000000000" pitchFamily="17" charset="-128"/>
                <a:ea typeface="ドットゴシック16" panose="02020909000000000000" pitchFamily="17" charset="-128"/>
              </a:rPr>
              <a:t>「引っ張って、飛ばして、めっちゃ跳ねる。」</a:t>
            </a:r>
            <a:endParaRPr lang="en-US" altLang="ja-JP" sz="1400" dirty="0">
              <a:latin typeface="ドットゴシック16" panose="02020909000000000000" pitchFamily="17" charset="-128"/>
              <a:ea typeface="ドットゴシック16" panose="02020909000000000000" pitchFamily="17" charset="-128"/>
            </a:endParaRPr>
          </a:p>
          <a:p>
            <a:pPr marL="0" indent="0">
              <a:buNone/>
            </a:pPr>
            <a:endParaRPr lang="en-US" altLang="ja-JP" sz="1400" dirty="0">
              <a:latin typeface="ドットゴシック16" panose="02020909000000000000" pitchFamily="17" charset="-128"/>
              <a:ea typeface="ドットゴシック16" panose="02020909000000000000" pitchFamily="17" charset="-128"/>
            </a:endParaRPr>
          </a:p>
          <a:p>
            <a:pPr marL="0" indent="0">
              <a:buNone/>
            </a:pPr>
            <a:r>
              <a:rPr lang="ja-JP" altLang="en-US" sz="2400" b="1" dirty="0">
                <a:latin typeface="ドットゴシック16" panose="02020909000000000000" pitchFamily="17" charset="-128"/>
                <a:ea typeface="ドットゴシック16" panose="02020909000000000000" pitchFamily="17" charset="-128"/>
              </a:rPr>
              <a:t>面白さ</a:t>
            </a:r>
            <a:endParaRPr lang="en-US" altLang="ja-JP" sz="2400" b="1" dirty="0">
              <a:latin typeface="ドットゴシック16" panose="02020909000000000000" pitchFamily="17" charset="-128"/>
              <a:ea typeface="ドットゴシック16" panose="02020909000000000000" pitchFamily="17" charset="-128"/>
            </a:endParaRPr>
          </a:p>
          <a:p>
            <a:pPr marL="0" indent="0">
              <a:buNone/>
            </a:pPr>
            <a:r>
              <a:rPr lang="ja-JP" altLang="en-US" sz="1400" dirty="0">
                <a:latin typeface="ドットゴシック16" panose="02020909000000000000" pitchFamily="17" charset="-128"/>
                <a:ea typeface="ドットゴシック16" panose="02020909000000000000" pitchFamily="17" charset="-128"/>
              </a:rPr>
              <a:t>常に回転しているボールを飛ばし、予測不可能なバウンドをしな</a:t>
            </a:r>
            <a:endParaRPr lang="en-US" altLang="ja-JP" sz="1400" dirty="0">
              <a:latin typeface="ドットゴシック16" panose="02020909000000000000" pitchFamily="17" charset="-128"/>
              <a:ea typeface="ドットゴシック16" panose="02020909000000000000" pitchFamily="17" charset="-128"/>
            </a:endParaRPr>
          </a:p>
          <a:p>
            <a:pPr marL="0" indent="0">
              <a:buNone/>
            </a:pPr>
            <a:r>
              <a:rPr lang="ja-JP" altLang="en-US" sz="1400" dirty="0">
                <a:latin typeface="ドットゴシック16" panose="02020909000000000000" pitchFamily="17" charset="-128"/>
                <a:ea typeface="ドットゴシック16" panose="02020909000000000000" pitchFamily="17" charset="-128"/>
              </a:rPr>
              <a:t>がらゴールを目指す摩訶不思議さ</a:t>
            </a:r>
            <a:endParaRPr lang="en-US" altLang="ja-JP" sz="1400" dirty="0">
              <a:latin typeface="ドットゴシック16" panose="02020909000000000000" pitchFamily="17" charset="-128"/>
              <a:ea typeface="ドットゴシック16" panose="02020909000000000000" pitchFamily="17" charset="-128"/>
            </a:endParaRPr>
          </a:p>
          <a:p>
            <a:pPr marL="0" indent="0">
              <a:buNone/>
            </a:pPr>
            <a:r>
              <a:rPr lang="ja-JP" altLang="en-US" sz="1400" dirty="0">
                <a:latin typeface="ドットゴシック16" panose="02020909000000000000" pitchFamily="17" charset="-128"/>
                <a:ea typeface="ドットゴシック16" panose="02020909000000000000" pitchFamily="17" charset="-128"/>
              </a:rPr>
              <a:t>ステージごとにギミックを使うちょっとした戦略性</a:t>
            </a:r>
            <a:endParaRPr lang="en-US" altLang="ja-JP" sz="1400" dirty="0">
              <a:latin typeface="ドットゴシック16" panose="02020909000000000000" pitchFamily="17" charset="-128"/>
              <a:ea typeface="ドットゴシック16" panose="02020909000000000000" pitchFamily="17" charset="-128"/>
            </a:endParaRPr>
          </a:p>
          <a:p>
            <a:pPr marL="0" indent="0">
              <a:buNone/>
            </a:pPr>
            <a:endParaRPr lang="en-US" altLang="ja-JP" sz="1400" dirty="0">
              <a:latin typeface="ドットゴシック16" panose="02020909000000000000" pitchFamily="17" charset="-128"/>
              <a:ea typeface="ドットゴシック16" panose="02020909000000000000" pitchFamily="17" charset="-128"/>
            </a:endParaRPr>
          </a:p>
          <a:p>
            <a:pPr marL="0" indent="0">
              <a:buNone/>
            </a:pPr>
            <a:r>
              <a:rPr lang="ja-JP" altLang="en-US" sz="2400" b="1" dirty="0">
                <a:latin typeface="ドットゴシック16" panose="02020909000000000000" pitchFamily="17" charset="-128"/>
                <a:ea typeface="ドットゴシック16" panose="02020909000000000000" pitchFamily="17" charset="-128"/>
              </a:rPr>
              <a:t>必要なシステム</a:t>
            </a:r>
            <a:endParaRPr lang="en-US" altLang="ja-JP" sz="2400" b="1" dirty="0">
              <a:latin typeface="ドットゴシック16" panose="02020909000000000000" pitchFamily="17" charset="-128"/>
              <a:ea typeface="ドットゴシック16" panose="02020909000000000000" pitchFamily="17" charset="-128"/>
            </a:endParaRPr>
          </a:p>
          <a:p>
            <a:pPr marL="0" indent="0">
              <a:buNone/>
            </a:pPr>
            <a:r>
              <a:rPr lang="ja-JP" altLang="en-US" sz="1400" dirty="0">
                <a:latin typeface="ドットゴシック16" panose="02020909000000000000" pitchFamily="17" charset="-128"/>
                <a:ea typeface="ドットゴシック16" panose="02020909000000000000" pitchFamily="17" charset="-128"/>
              </a:rPr>
              <a:t>・ボールを飛ばすスリングショット機能</a:t>
            </a:r>
            <a:endParaRPr lang="en-US" altLang="ja-JP" sz="1400" dirty="0">
              <a:latin typeface="ドットゴシック16" panose="02020909000000000000" pitchFamily="17" charset="-128"/>
              <a:ea typeface="ドットゴシック16" panose="02020909000000000000" pitchFamily="17" charset="-128"/>
            </a:endParaRPr>
          </a:p>
          <a:p>
            <a:pPr marL="0" indent="0">
              <a:buNone/>
            </a:pPr>
            <a:r>
              <a:rPr lang="ja-JP" altLang="en-US" sz="1400" dirty="0">
                <a:latin typeface="ドットゴシック16" panose="02020909000000000000" pitchFamily="17" charset="-128"/>
                <a:ea typeface="ドットゴシック16" panose="02020909000000000000" pitchFamily="17" charset="-128"/>
              </a:rPr>
              <a:t>・ボールの形を□や△にして予測不可能さを再現</a:t>
            </a:r>
            <a:endParaRPr lang="en-US" altLang="ja-JP" sz="1400" dirty="0">
              <a:latin typeface="ドットゴシック16" panose="02020909000000000000" pitchFamily="17" charset="-128"/>
              <a:ea typeface="ドットゴシック16" panose="02020909000000000000" pitchFamily="17" charset="-128"/>
            </a:endParaRPr>
          </a:p>
          <a:p>
            <a:pPr marL="0" indent="0">
              <a:buNone/>
            </a:pPr>
            <a:r>
              <a:rPr lang="ja-JP" altLang="en-US" sz="1400" dirty="0">
                <a:latin typeface="ドットゴシック16" panose="02020909000000000000" pitchFamily="17" charset="-128"/>
                <a:ea typeface="ドットゴシック16" panose="02020909000000000000" pitchFamily="17" charset="-128"/>
              </a:rPr>
              <a:t>・多種多様なギミックの追加（現状３つを想定）</a:t>
            </a:r>
            <a:endParaRPr lang="en-US" altLang="ja-JP" sz="1400" dirty="0">
              <a:latin typeface="ドットゴシック16" panose="02020909000000000000" pitchFamily="17" charset="-128"/>
              <a:ea typeface="ドットゴシック16" panose="02020909000000000000" pitchFamily="17" charset="-128"/>
            </a:endParaRPr>
          </a:p>
          <a:p>
            <a:pPr marL="0" indent="0">
              <a:buNone/>
            </a:pPr>
            <a:r>
              <a:rPr lang="ja-JP" altLang="en-US" sz="1400" dirty="0">
                <a:latin typeface="ドットゴシック16" panose="02020909000000000000" pitchFamily="17" charset="-128"/>
                <a:ea typeface="ドットゴシック16" panose="02020909000000000000" pitchFamily="17" charset="-128"/>
              </a:rPr>
              <a:t>・絵の単調さをエフェクトでサポート</a:t>
            </a:r>
            <a:endParaRPr lang="en-US" altLang="ja-JP" sz="1400" dirty="0">
              <a:latin typeface="ドットゴシック16" panose="02020909000000000000" pitchFamily="17" charset="-128"/>
              <a:ea typeface="ドットゴシック16" panose="02020909000000000000" pitchFamily="17" charset="-128"/>
            </a:endParaRPr>
          </a:p>
          <a:p>
            <a:pPr marL="0" indent="0">
              <a:buNone/>
            </a:pPr>
            <a:r>
              <a:rPr lang="ja-JP" altLang="en-US" sz="1400" dirty="0">
                <a:latin typeface="ドットゴシック16" panose="02020909000000000000" pitchFamily="17" charset="-128"/>
                <a:ea typeface="ドットゴシック16" panose="02020909000000000000" pitchFamily="17" charset="-128"/>
              </a:rPr>
              <a:t>・ステージ選択機能</a:t>
            </a:r>
            <a:endParaRPr lang="en-US" altLang="ja-JP" sz="1400" dirty="0">
              <a:latin typeface="ドットゴシック16" panose="02020909000000000000" pitchFamily="17" charset="-128"/>
              <a:ea typeface="ドットゴシック16" panose="02020909000000000000" pitchFamily="17" charset="-128"/>
            </a:endParaRPr>
          </a:p>
          <a:p>
            <a:pPr marL="0" indent="0">
              <a:buNone/>
            </a:pPr>
            <a:endParaRPr lang="en-US" altLang="ja-JP" sz="1400" dirty="0">
              <a:latin typeface="ドットゴシック16" panose="02020909000000000000" pitchFamily="17" charset="-128"/>
              <a:ea typeface="ドットゴシック16" panose="02020909000000000000" pitchFamily="17" charset="-128"/>
            </a:endParaRPr>
          </a:p>
          <a:p>
            <a:pPr marL="0" indent="0">
              <a:buNone/>
            </a:pPr>
            <a:endParaRPr lang="en-US" altLang="ja-JP" sz="1400" dirty="0">
              <a:latin typeface="ドットゴシック16" panose="02020909000000000000" pitchFamily="17" charset="-128"/>
              <a:ea typeface="ドットゴシック16" panose="02020909000000000000" pitchFamily="17" charset="-128"/>
            </a:endParaRPr>
          </a:p>
          <a:p>
            <a:pPr marL="0" indent="0">
              <a:buNone/>
            </a:pPr>
            <a:r>
              <a:rPr lang="ja-JP" altLang="en-US" sz="1400" dirty="0">
                <a:latin typeface="ドットゴシック16" panose="02020909000000000000" pitchFamily="17" charset="-128"/>
                <a:ea typeface="ドットゴシック16" panose="02020909000000000000" pitchFamily="17" charset="-128"/>
              </a:rPr>
              <a:t>開発ツール：</a:t>
            </a:r>
            <a:r>
              <a:rPr lang="en-US" altLang="ja-JP" sz="1400" dirty="0">
                <a:latin typeface="ドットゴシック16" panose="02020909000000000000" pitchFamily="17" charset="-128"/>
                <a:ea typeface="ドットゴシック16" panose="02020909000000000000" pitchFamily="17" charset="-128"/>
              </a:rPr>
              <a:t>Unity2D Ver.6000.3.12f1</a:t>
            </a:r>
          </a:p>
        </p:txBody>
      </p:sp>
      <p:pic>
        <p:nvPicPr>
          <p:cNvPr id="25" name="図 24">
            <a:extLst>
              <a:ext uri="{FF2B5EF4-FFF2-40B4-BE49-F238E27FC236}">
                <a16:creationId xmlns:a16="http://schemas.microsoft.com/office/drawing/2014/main" id="{260BF55A-8C3C-4FBD-AEE6-327D3D7BC7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47940" y="3429001"/>
            <a:ext cx="5744060" cy="3429000"/>
          </a:xfrm>
          <a:prstGeom prst="rect">
            <a:avLst/>
          </a:prstGeom>
        </p:spPr>
      </p:pic>
      <p:pic>
        <p:nvPicPr>
          <p:cNvPr id="27" name="図 26">
            <a:extLst>
              <a:ext uri="{FF2B5EF4-FFF2-40B4-BE49-F238E27FC236}">
                <a16:creationId xmlns:a16="http://schemas.microsoft.com/office/drawing/2014/main" id="{749E1BC9-CD16-435E-A9DC-2514B0018BA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47940" y="-12056"/>
            <a:ext cx="5740822" cy="3441056"/>
          </a:xfrm>
          <a:prstGeom prst="rect">
            <a:avLst/>
          </a:prstGeom>
        </p:spPr>
      </p:pic>
      <p:sp>
        <p:nvSpPr>
          <p:cNvPr id="31" name="正方形/長方形 30">
            <a:extLst>
              <a:ext uri="{FF2B5EF4-FFF2-40B4-BE49-F238E27FC236}">
                <a16:creationId xmlns:a16="http://schemas.microsoft.com/office/drawing/2014/main" id="{BAB893AB-B13D-4D23-9448-639216F5C062}"/>
              </a:ext>
            </a:extLst>
          </p:cNvPr>
          <p:cNvSpPr/>
          <p:nvPr/>
        </p:nvSpPr>
        <p:spPr>
          <a:xfrm>
            <a:off x="6862617" y="6428510"/>
            <a:ext cx="108000" cy="108000"/>
          </a:xfrm>
          <a:prstGeom prst="rect">
            <a:avLst/>
          </a:prstGeom>
          <a:solidFill>
            <a:srgbClr val="9D67A1">
              <a:alpha val="5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noFill/>
            </a:endParaRPr>
          </a:p>
        </p:txBody>
      </p:sp>
      <p:sp>
        <p:nvSpPr>
          <p:cNvPr id="32" name="正方形/長方形 31">
            <a:extLst>
              <a:ext uri="{FF2B5EF4-FFF2-40B4-BE49-F238E27FC236}">
                <a16:creationId xmlns:a16="http://schemas.microsoft.com/office/drawing/2014/main" id="{A22C4185-55F1-4C13-8117-4822EFAA445D}"/>
              </a:ext>
            </a:extLst>
          </p:cNvPr>
          <p:cNvSpPr/>
          <p:nvPr/>
        </p:nvSpPr>
        <p:spPr>
          <a:xfrm>
            <a:off x="6970617" y="6183746"/>
            <a:ext cx="108000" cy="108000"/>
          </a:xfrm>
          <a:prstGeom prst="rect">
            <a:avLst/>
          </a:prstGeom>
          <a:solidFill>
            <a:srgbClr val="9D67A1">
              <a:alpha val="5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noFill/>
            </a:endParaRPr>
          </a:p>
        </p:txBody>
      </p:sp>
      <p:sp>
        <p:nvSpPr>
          <p:cNvPr id="33" name="正方形/長方形 32">
            <a:extLst>
              <a:ext uri="{FF2B5EF4-FFF2-40B4-BE49-F238E27FC236}">
                <a16:creationId xmlns:a16="http://schemas.microsoft.com/office/drawing/2014/main" id="{AA4968A1-F36C-4D24-BFC3-1FC0DC3ABDDE}"/>
              </a:ext>
            </a:extLst>
          </p:cNvPr>
          <p:cNvSpPr/>
          <p:nvPr/>
        </p:nvSpPr>
        <p:spPr>
          <a:xfrm>
            <a:off x="7430557" y="6030887"/>
            <a:ext cx="108000" cy="108000"/>
          </a:xfrm>
          <a:prstGeom prst="rect">
            <a:avLst/>
          </a:prstGeom>
          <a:solidFill>
            <a:srgbClr val="9D67A1">
              <a:alpha val="5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noFill/>
            </a:endParaRPr>
          </a:p>
        </p:txBody>
      </p:sp>
      <p:sp>
        <p:nvSpPr>
          <p:cNvPr id="34" name="正方形/長方形 33">
            <a:extLst>
              <a:ext uri="{FF2B5EF4-FFF2-40B4-BE49-F238E27FC236}">
                <a16:creationId xmlns:a16="http://schemas.microsoft.com/office/drawing/2014/main" id="{5EC02907-C93E-46C5-9747-FC806C96A056}"/>
              </a:ext>
            </a:extLst>
          </p:cNvPr>
          <p:cNvSpPr/>
          <p:nvPr/>
        </p:nvSpPr>
        <p:spPr>
          <a:xfrm>
            <a:off x="11221547" y="6476015"/>
            <a:ext cx="108000" cy="108000"/>
          </a:xfrm>
          <a:prstGeom prst="rect">
            <a:avLst/>
          </a:prstGeom>
          <a:solidFill>
            <a:srgbClr val="FFFF00">
              <a:alpha val="5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noFill/>
            </a:endParaRPr>
          </a:p>
        </p:txBody>
      </p:sp>
      <p:sp>
        <p:nvSpPr>
          <p:cNvPr id="35" name="正方形/長方形 34">
            <a:extLst>
              <a:ext uri="{FF2B5EF4-FFF2-40B4-BE49-F238E27FC236}">
                <a16:creationId xmlns:a16="http://schemas.microsoft.com/office/drawing/2014/main" id="{E91AB887-76FF-48B6-9429-873D500321E8}"/>
              </a:ext>
            </a:extLst>
          </p:cNvPr>
          <p:cNvSpPr/>
          <p:nvPr/>
        </p:nvSpPr>
        <p:spPr>
          <a:xfrm>
            <a:off x="11401656" y="5843324"/>
            <a:ext cx="108000" cy="108000"/>
          </a:xfrm>
          <a:prstGeom prst="rect">
            <a:avLst/>
          </a:prstGeom>
          <a:solidFill>
            <a:srgbClr val="FFFF00">
              <a:alpha val="5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noFill/>
            </a:endParaRPr>
          </a:p>
        </p:txBody>
      </p:sp>
      <p:sp>
        <p:nvSpPr>
          <p:cNvPr id="36" name="正方形/長方形 35">
            <a:extLst>
              <a:ext uri="{FF2B5EF4-FFF2-40B4-BE49-F238E27FC236}">
                <a16:creationId xmlns:a16="http://schemas.microsoft.com/office/drawing/2014/main" id="{68C9D18A-84A4-4C45-A04E-A67A1A8D54F0}"/>
              </a:ext>
            </a:extLst>
          </p:cNvPr>
          <p:cNvSpPr/>
          <p:nvPr/>
        </p:nvSpPr>
        <p:spPr>
          <a:xfrm>
            <a:off x="11769436" y="6084887"/>
            <a:ext cx="108000" cy="108000"/>
          </a:xfrm>
          <a:prstGeom prst="rect">
            <a:avLst/>
          </a:prstGeom>
          <a:solidFill>
            <a:srgbClr val="FFFF00">
              <a:alpha val="5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noFill/>
            </a:endParaRPr>
          </a:p>
        </p:txBody>
      </p:sp>
      <p:sp>
        <p:nvSpPr>
          <p:cNvPr id="37" name="正方形/長方形 36">
            <a:extLst>
              <a:ext uri="{FF2B5EF4-FFF2-40B4-BE49-F238E27FC236}">
                <a16:creationId xmlns:a16="http://schemas.microsoft.com/office/drawing/2014/main" id="{5B170775-874E-45FF-B961-AB304BD06AF8}"/>
              </a:ext>
            </a:extLst>
          </p:cNvPr>
          <p:cNvSpPr/>
          <p:nvPr/>
        </p:nvSpPr>
        <p:spPr>
          <a:xfrm>
            <a:off x="12137216" y="6326450"/>
            <a:ext cx="108000" cy="108000"/>
          </a:xfrm>
          <a:prstGeom prst="rect">
            <a:avLst/>
          </a:prstGeom>
          <a:solidFill>
            <a:srgbClr val="FFFF00">
              <a:alpha val="5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noFill/>
            </a:endParaRPr>
          </a:p>
        </p:txBody>
      </p:sp>
      <p:sp>
        <p:nvSpPr>
          <p:cNvPr id="38" name="正方形/長方形 37">
            <a:extLst>
              <a:ext uri="{FF2B5EF4-FFF2-40B4-BE49-F238E27FC236}">
                <a16:creationId xmlns:a16="http://schemas.microsoft.com/office/drawing/2014/main" id="{2A2FB60A-ACC2-4902-8D27-12952A9B8828}"/>
              </a:ext>
            </a:extLst>
          </p:cNvPr>
          <p:cNvSpPr/>
          <p:nvPr/>
        </p:nvSpPr>
        <p:spPr>
          <a:xfrm>
            <a:off x="11877436" y="5833629"/>
            <a:ext cx="108000" cy="108000"/>
          </a:xfrm>
          <a:prstGeom prst="rect">
            <a:avLst/>
          </a:prstGeom>
          <a:solidFill>
            <a:srgbClr val="FFFF00">
              <a:alpha val="5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noFill/>
            </a:endParaRPr>
          </a:p>
        </p:txBody>
      </p:sp>
      <p:sp>
        <p:nvSpPr>
          <p:cNvPr id="41" name="矢印: 右カーブ 40">
            <a:extLst>
              <a:ext uri="{FF2B5EF4-FFF2-40B4-BE49-F238E27FC236}">
                <a16:creationId xmlns:a16="http://schemas.microsoft.com/office/drawing/2014/main" id="{BF2ED46D-6625-4F42-8365-90BC982B5B5C}"/>
              </a:ext>
            </a:extLst>
          </p:cNvPr>
          <p:cNvSpPr/>
          <p:nvPr/>
        </p:nvSpPr>
        <p:spPr>
          <a:xfrm>
            <a:off x="6740646" y="4174546"/>
            <a:ext cx="162000" cy="402217"/>
          </a:xfrm>
          <a:prstGeom prst="curved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42" name="矢印: 右カーブ 41">
            <a:extLst>
              <a:ext uri="{FF2B5EF4-FFF2-40B4-BE49-F238E27FC236}">
                <a16:creationId xmlns:a16="http://schemas.microsoft.com/office/drawing/2014/main" id="{543501F2-DB1F-4D3B-8570-F25CDE944D66}"/>
              </a:ext>
            </a:extLst>
          </p:cNvPr>
          <p:cNvSpPr/>
          <p:nvPr/>
        </p:nvSpPr>
        <p:spPr>
          <a:xfrm rot="10800000">
            <a:off x="7078617" y="4069772"/>
            <a:ext cx="162000" cy="402217"/>
          </a:xfrm>
          <a:prstGeom prst="curved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spTree>
    <p:extLst>
      <p:ext uri="{BB962C8B-B14F-4D97-AF65-F5344CB8AC3E}">
        <p14:creationId xmlns:p14="http://schemas.microsoft.com/office/powerpoint/2010/main" val="33346023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1B49B74-90C0-1AFA-2F27-DFA6DA7FE0BF}"/>
              </a:ext>
            </a:extLst>
          </p:cNvPr>
          <p:cNvSpPr>
            <a:spLocks noGrp="1"/>
          </p:cNvSpPr>
          <p:nvPr>
            <p:ph type="title"/>
          </p:nvPr>
        </p:nvSpPr>
        <p:spPr>
          <a:xfrm>
            <a:off x="0" y="0"/>
            <a:ext cx="10515600" cy="1325563"/>
          </a:xfrm>
        </p:spPr>
        <p:txBody>
          <a:bodyPr/>
          <a:lstStyle/>
          <a:p>
            <a:r>
              <a:rPr lang="ja-JP" altLang="en-US" dirty="0">
                <a:latin typeface="HGS創英角ｺﾞｼｯｸUB" panose="020B0900000000000000" pitchFamily="50" charset="-128"/>
                <a:ea typeface="HGS創英角ｺﾞｼｯｸUB" panose="020B0900000000000000" pitchFamily="50" charset="-128"/>
                <a:cs typeface="Calibri Light"/>
              </a:rPr>
              <a:t>前回の個人制作の振り返り</a:t>
            </a:r>
            <a:endParaRPr lang="ja-JP" altLang="en-US" dirty="0">
              <a:latin typeface="HGS創英角ｺﾞｼｯｸUB" panose="020B0900000000000000" pitchFamily="50" charset="-128"/>
              <a:ea typeface="HGS創英角ｺﾞｼｯｸUB" panose="020B0900000000000000" pitchFamily="50" charset="-128"/>
            </a:endParaRPr>
          </a:p>
        </p:txBody>
      </p:sp>
      <p:sp>
        <p:nvSpPr>
          <p:cNvPr id="3" name="コンテンツ プレースホルダー 2">
            <a:extLst>
              <a:ext uri="{FF2B5EF4-FFF2-40B4-BE49-F238E27FC236}">
                <a16:creationId xmlns:a16="http://schemas.microsoft.com/office/drawing/2014/main" id="{1DA1C6A5-5ADC-B96B-D704-274E5C674AC7}"/>
              </a:ext>
            </a:extLst>
          </p:cNvPr>
          <p:cNvSpPr>
            <a:spLocks noGrp="1"/>
          </p:cNvSpPr>
          <p:nvPr>
            <p:ph idx="1"/>
          </p:nvPr>
        </p:nvSpPr>
        <p:spPr>
          <a:xfrm>
            <a:off x="282388" y="1333314"/>
            <a:ext cx="10515600" cy="4351338"/>
          </a:xfrm>
        </p:spPr>
        <p:txBody>
          <a:bodyPr vert="horz" lIns="91440" tIns="45720" rIns="91440" bIns="45720" rtlCol="0" anchor="t">
            <a:normAutofit/>
          </a:bodyPr>
          <a:lstStyle/>
          <a:p>
            <a:r>
              <a:rPr lang="ja-JP" altLang="en-US" dirty="0">
                <a:latin typeface="HGS創英角ｺﾞｼｯｸUB" panose="020B0900000000000000" pitchFamily="50" charset="-128"/>
                <a:ea typeface="HGS創英角ｺﾞｼｯｸUB" panose="020B0900000000000000" pitchFamily="50" charset="-128"/>
              </a:rPr>
              <a:t>うまくいった点</a:t>
            </a:r>
            <a:endParaRPr lang="en-US" altLang="ja-JP" dirty="0">
              <a:latin typeface="HGS創英角ｺﾞｼｯｸUB" panose="020B0900000000000000" pitchFamily="50" charset="-128"/>
              <a:ea typeface="HGS創英角ｺﾞｼｯｸUB" panose="020B0900000000000000" pitchFamily="50" charset="-128"/>
            </a:endParaRPr>
          </a:p>
          <a:p>
            <a:pPr marL="0" indent="0">
              <a:buNone/>
            </a:pPr>
            <a:r>
              <a:rPr lang="ja-JP" altLang="en-US" sz="1400" dirty="0">
                <a:latin typeface="HGS創英角ｺﾞｼｯｸUB" panose="020B0900000000000000" pitchFamily="50" charset="-128"/>
                <a:ea typeface="HGS創英角ｺﾞｼｯｸUB" panose="020B0900000000000000" pitchFamily="50" charset="-128"/>
              </a:rPr>
              <a:t>　・スワイプの実装やギミックなど時間はかかってしまったが作りたいものを作ることができた</a:t>
            </a:r>
            <a:endParaRPr lang="en-US" altLang="ja-JP" sz="1400" dirty="0">
              <a:latin typeface="HGS創英角ｺﾞｼｯｸUB" panose="020B0900000000000000" pitchFamily="50" charset="-128"/>
              <a:ea typeface="HGS創英角ｺﾞｼｯｸUB" panose="020B0900000000000000" pitchFamily="50" charset="-128"/>
            </a:endParaRPr>
          </a:p>
          <a:p>
            <a:pPr marL="0" indent="0">
              <a:buNone/>
            </a:pPr>
            <a:endParaRPr lang="en-US" altLang="ja-JP" sz="1400" dirty="0">
              <a:latin typeface="HGS創英角ｺﾞｼｯｸUB" panose="020B0900000000000000" pitchFamily="50" charset="-128"/>
              <a:ea typeface="HGS創英角ｺﾞｼｯｸUB" panose="020B0900000000000000" pitchFamily="50" charset="-128"/>
            </a:endParaRPr>
          </a:p>
          <a:p>
            <a:r>
              <a:rPr lang="ja-JP" altLang="en-US" dirty="0">
                <a:latin typeface="HGS創英角ｺﾞｼｯｸUB" panose="020B0900000000000000" pitchFamily="50" charset="-128"/>
                <a:ea typeface="HGS創英角ｺﾞｼｯｸUB" panose="020B0900000000000000" pitchFamily="50" charset="-128"/>
              </a:rPr>
              <a:t>反省点・改善点</a:t>
            </a:r>
            <a:endParaRPr lang="en-US" altLang="ja-JP" dirty="0">
              <a:latin typeface="HGS創英角ｺﾞｼｯｸUB" panose="020B0900000000000000" pitchFamily="50" charset="-128"/>
              <a:ea typeface="HGS創英角ｺﾞｼｯｸUB" panose="020B0900000000000000" pitchFamily="50" charset="-128"/>
            </a:endParaRPr>
          </a:p>
          <a:p>
            <a:pPr marL="0" indent="0">
              <a:buNone/>
            </a:pPr>
            <a:r>
              <a:rPr lang="ja-JP" altLang="en-US" sz="1400" dirty="0">
                <a:latin typeface="HGS創英角ｺﾞｼｯｸUB" panose="020B0900000000000000" pitchFamily="50" charset="-128"/>
                <a:ea typeface="HGS創英角ｺﾞｼｯｸUB" panose="020B0900000000000000" pitchFamily="50" charset="-128"/>
              </a:rPr>
              <a:t>　・ステージやギミックの作成をどういう仕組みでするかに没頭してしまい、ステージ選択とセーブ機能のことを忘れていた</a:t>
            </a:r>
            <a:br>
              <a:rPr lang="en-US" altLang="ja-JP" sz="1400" dirty="0">
                <a:latin typeface="HGS創英角ｺﾞｼｯｸUB" panose="020B0900000000000000" pitchFamily="50" charset="-128"/>
                <a:ea typeface="HGS創英角ｺﾞｼｯｸUB" panose="020B0900000000000000" pitchFamily="50" charset="-128"/>
              </a:rPr>
            </a:br>
            <a:r>
              <a:rPr lang="ja-JP" altLang="en-US" sz="1400" dirty="0">
                <a:latin typeface="HGS創英角ｺﾞｼｯｸUB" panose="020B0900000000000000" pitchFamily="50" charset="-128"/>
                <a:ea typeface="HGS創英角ｺﾞｼｯｸUB" panose="020B0900000000000000" pitchFamily="50" charset="-128"/>
              </a:rPr>
              <a:t>　・最後のほうになってギミックの追加や仕様変更をしてしまい、気付いたら期日ぎりぎりだった</a:t>
            </a:r>
            <a:endParaRPr lang="en-US" altLang="ja-JP" sz="1400" dirty="0">
              <a:latin typeface="HGS創英角ｺﾞｼｯｸUB" panose="020B0900000000000000" pitchFamily="50" charset="-128"/>
              <a:ea typeface="HGS創英角ｺﾞｼｯｸUB" panose="020B0900000000000000" pitchFamily="50" charset="-128"/>
            </a:endParaRPr>
          </a:p>
          <a:p>
            <a:pPr marL="0" indent="0">
              <a:buNone/>
            </a:pPr>
            <a:endParaRPr lang="ja-JP" dirty="0">
              <a:latin typeface="HGS創英角ｺﾞｼｯｸUB" panose="020B0900000000000000" pitchFamily="50" charset="-128"/>
              <a:ea typeface="HGS創英角ｺﾞｼｯｸUB" panose="020B0900000000000000" pitchFamily="50" charset="-128"/>
              <a:cs typeface="Calibri"/>
            </a:endParaRPr>
          </a:p>
          <a:p>
            <a:r>
              <a:rPr lang="ja-JP" altLang="en-US" dirty="0">
                <a:latin typeface="HGS創英角ｺﾞｼｯｸUB" panose="020B0900000000000000" pitchFamily="50" charset="-128"/>
                <a:ea typeface="HGS創英角ｺﾞｼｯｸUB" panose="020B0900000000000000" pitchFamily="50" charset="-128"/>
              </a:rPr>
              <a:t>今回の開発にそれをどう活かすのか</a:t>
            </a:r>
          </a:p>
          <a:p>
            <a:pPr marL="0" indent="0">
              <a:buNone/>
            </a:pPr>
            <a:r>
              <a:rPr lang="ja-JP" altLang="en-US" sz="1400" dirty="0">
                <a:latin typeface="HGS創英角ｺﾞｼｯｸUB" panose="020B0900000000000000" pitchFamily="50" charset="-128"/>
                <a:ea typeface="HGS創英角ｺﾞｼｯｸUB" panose="020B0900000000000000" pitchFamily="50" charset="-128"/>
                <a:cs typeface="Calibri"/>
              </a:rPr>
              <a:t>　・今回の開発は前回同様ステージクリア型のゲームになるので前回実装していなかったステージ選択とセーブ機能を実装する</a:t>
            </a:r>
            <a:endParaRPr lang="en-US" altLang="ja-JP" sz="1400" dirty="0">
              <a:latin typeface="HGS創英角ｺﾞｼｯｸUB" panose="020B0900000000000000" pitchFamily="50" charset="-128"/>
              <a:ea typeface="HGS創英角ｺﾞｼｯｸUB" panose="020B0900000000000000" pitchFamily="50" charset="-128"/>
              <a:cs typeface="Calibri"/>
            </a:endParaRPr>
          </a:p>
          <a:p>
            <a:pPr marL="0" indent="0">
              <a:buNone/>
            </a:pPr>
            <a:r>
              <a:rPr lang="ja-JP" altLang="en-US" sz="1400" dirty="0">
                <a:latin typeface="HGS創英角ｺﾞｼｯｸUB" panose="020B0900000000000000" pitchFamily="50" charset="-128"/>
                <a:ea typeface="HGS創英角ｺﾞｼｯｸUB" panose="020B0900000000000000" pitchFamily="50" charset="-128"/>
                <a:cs typeface="Calibri"/>
              </a:rPr>
              <a:t>　・企画の段階で完成の基準をあらかじめ定めて、その基準に到達するまで安易な追加や仕様変更をしないようにする</a:t>
            </a:r>
          </a:p>
          <a:p>
            <a:pPr marL="0" indent="0">
              <a:buNone/>
            </a:pPr>
            <a:r>
              <a:rPr lang="ja-JP" altLang="en-US" sz="1400" dirty="0">
                <a:latin typeface="HGS創英角ｺﾞｼｯｸUB" panose="020B0900000000000000" pitchFamily="50" charset="-128"/>
                <a:ea typeface="HGS創英角ｺﾞｼｯｸUB" panose="020B0900000000000000" pitchFamily="50" charset="-128"/>
                <a:cs typeface="Calibri"/>
              </a:rPr>
              <a:t>　・深く考えすぎず早めにプロトタイプを完成させる</a:t>
            </a:r>
          </a:p>
        </p:txBody>
      </p:sp>
    </p:spTree>
    <p:extLst>
      <p:ext uri="{BB962C8B-B14F-4D97-AF65-F5344CB8AC3E}">
        <p14:creationId xmlns:p14="http://schemas.microsoft.com/office/powerpoint/2010/main" val="14674898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4D4A8D6-CF78-E553-6707-D699071D0A91}"/>
              </a:ext>
            </a:extLst>
          </p:cNvPr>
          <p:cNvSpPr>
            <a:spLocks noGrp="1"/>
          </p:cNvSpPr>
          <p:nvPr>
            <p:ph type="title"/>
          </p:nvPr>
        </p:nvSpPr>
        <p:spPr>
          <a:xfrm>
            <a:off x="0" y="0"/>
            <a:ext cx="10515600" cy="1325563"/>
          </a:xfrm>
        </p:spPr>
        <p:txBody>
          <a:bodyPr/>
          <a:lstStyle/>
          <a:p>
            <a:r>
              <a:rPr lang="ja-JP" altLang="en-US" dirty="0">
                <a:latin typeface="HGS創英角ｺﾞｼｯｸUB" panose="020B0900000000000000" pitchFamily="50" charset="-128"/>
                <a:ea typeface="HGS創英角ｺﾞｼｯｸUB" panose="020B0900000000000000" pitchFamily="50" charset="-128"/>
                <a:cs typeface="Calibri Light"/>
              </a:rPr>
              <a:t>開発スケジュール</a:t>
            </a:r>
            <a:endParaRPr lang="ja-JP" altLang="en-US" dirty="0">
              <a:latin typeface="HGS創英角ｺﾞｼｯｸUB" panose="020B0900000000000000" pitchFamily="50" charset="-128"/>
              <a:ea typeface="HGS創英角ｺﾞｼｯｸUB" panose="020B0900000000000000" pitchFamily="50" charset="-128"/>
            </a:endParaRPr>
          </a:p>
        </p:txBody>
      </p:sp>
      <p:sp>
        <p:nvSpPr>
          <p:cNvPr id="213" name="コンテンツ プレースホルダー 212">
            <a:extLst>
              <a:ext uri="{FF2B5EF4-FFF2-40B4-BE49-F238E27FC236}">
                <a16:creationId xmlns:a16="http://schemas.microsoft.com/office/drawing/2014/main" id="{A59D36CF-33B4-7D6B-C7C5-54A9ABF8001C}"/>
              </a:ext>
            </a:extLst>
          </p:cNvPr>
          <p:cNvSpPr>
            <a:spLocks noGrp="1"/>
          </p:cNvSpPr>
          <p:nvPr>
            <p:ph idx="1"/>
          </p:nvPr>
        </p:nvSpPr>
        <p:spPr>
          <a:xfrm>
            <a:off x="170328" y="1325562"/>
            <a:ext cx="12021672" cy="3183686"/>
          </a:xfrm>
        </p:spPr>
        <p:txBody>
          <a:bodyPr>
            <a:normAutofit/>
          </a:bodyPr>
          <a:lstStyle/>
          <a:p>
            <a:pPr marL="0" indent="0">
              <a:buNone/>
            </a:pPr>
            <a:r>
              <a:rPr lang="ja-JP" altLang="en-US" sz="1300" dirty="0">
                <a:latin typeface="HGS創英角ｺﾞｼｯｸUB" panose="020B0900000000000000" pitchFamily="50" charset="-128"/>
                <a:ea typeface="HGS創英角ｺﾞｼｯｸUB" panose="020B0900000000000000" pitchFamily="50" charset="-128"/>
              </a:rPr>
              <a:t>・１～８コマ　　（一週目）　：企画　　　　　　　　　　　企画考案、企画書作成、企画内容発表</a:t>
            </a:r>
            <a:endParaRPr lang="en-US" altLang="ja-JP" sz="1300" dirty="0">
              <a:latin typeface="HGS創英角ｺﾞｼｯｸUB" panose="020B0900000000000000" pitchFamily="50" charset="-128"/>
              <a:ea typeface="HGS創英角ｺﾞｼｯｸUB" panose="020B0900000000000000" pitchFamily="50" charset="-128"/>
            </a:endParaRPr>
          </a:p>
          <a:p>
            <a:pPr marL="0" indent="0">
              <a:buNone/>
            </a:pPr>
            <a:r>
              <a:rPr lang="ja-JP" altLang="en-US" sz="1300" dirty="0">
                <a:latin typeface="HGS創英角ｺﾞｼｯｸUB" panose="020B0900000000000000" pitchFamily="50" charset="-128"/>
                <a:ea typeface="HGS創英角ｺﾞｼｯｸUB" panose="020B0900000000000000" pitchFamily="50" charset="-128"/>
              </a:rPr>
              <a:t>・９～１５コマ　（二週目）　：プロトタイプ制作　　　　　プレイヤー操作（射出処理、反射処理）、ゴール判定、ギミック制作などの基本的な処理の作成</a:t>
            </a:r>
            <a:endParaRPr lang="en-US" altLang="ja-JP" sz="1300" dirty="0">
              <a:latin typeface="HGS創英角ｺﾞｼｯｸUB" panose="020B0900000000000000" pitchFamily="50" charset="-128"/>
              <a:ea typeface="HGS創英角ｺﾞｼｯｸUB" panose="020B0900000000000000" pitchFamily="50" charset="-128"/>
            </a:endParaRPr>
          </a:p>
          <a:p>
            <a:pPr marL="0" indent="0">
              <a:buNone/>
            </a:pPr>
            <a:r>
              <a:rPr lang="ja-JP" altLang="en-US" sz="1300" dirty="0">
                <a:latin typeface="HGS創英角ｺﾞｼｯｸUB" panose="020B0900000000000000" pitchFamily="50" charset="-128"/>
                <a:ea typeface="HGS創英角ｺﾞｼｯｸUB" panose="020B0900000000000000" pitchFamily="50" charset="-128"/>
              </a:rPr>
              <a:t>・１６～２４コマ（三週目）　：ステージ制作　　　　　　　計１０ステージの製作又、ギミックなどの調整＆テスト</a:t>
            </a:r>
            <a:endParaRPr lang="en-US" altLang="ja-JP" sz="1300" dirty="0">
              <a:latin typeface="HGS創英角ｺﾞｼｯｸUB" panose="020B0900000000000000" pitchFamily="50" charset="-128"/>
              <a:ea typeface="HGS創英角ｺﾞｼｯｸUB" panose="020B0900000000000000" pitchFamily="50" charset="-128"/>
            </a:endParaRPr>
          </a:p>
          <a:p>
            <a:pPr marL="0" indent="0">
              <a:buNone/>
            </a:pPr>
            <a:r>
              <a:rPr lang="ja-JP" altLang="en-US" sz="1300" dirty="0">
                <a:latin typeface="HGS創英角ｺﾞｼｯｸUB" panose="020B0900000000000000" pitchFamily="50" charset="-128"/>
                <a:ea typeface="HGS創英角ｺﾞｼｯｸUB" panose="020B0900000000000000" pitchFamily="50" charset="-128"/>
              </a:rPr>
              <a:t>・２５～３０コマ（四週目）　：</a:t>
            </a:r>
            <a:r>
              <a:rPr lang="en-US" altLang="ja-JP" sz="1300" dirty="0">
                <a:latin typeface="HGS創英角ｺﾞｼｯｸUB" panose="020B0900000000000000" pitchFamily="50" charset="-128"/>
                <a:ea typeface="HGS創英角ｺﾞｼｯｸUB" panose="020B0900000000000000" pitchFamily="50" charset="-128"/>
              </a:rPr>
              <a:t>UI</a:t>
            </a:r>
            <a:r>
              <a:rPr lang="ja-JP" altLang="en-US" sz="1300" dirty="0">
                <a:latin typeface="HGS創英角ｺﾞｼｯｸUB" panose="020B0900000000000000" pitchFamily="50" charset="-128"/>
                <a:ea typeface="HGS創英角ｺﾞｼｯｸUB" panose="020B0900000000000000" pitchFamily="50" charset="-128"/>
              </a:rPr>
              <a:t>・エフェクト制作　　　　</a:t>
            </a:r>
            <a:r>
              <a:rPr lang="en-US" altLang="ja-JP" sz="1300" dirty="0">
                <a:latin typeface="HGS創英角ｺﾞｼｯｸUB" panose="020B0900000000000000" pitchFamily="50" charset="-128"/>
                <a:ea typeface="HGS創英角ｺﾞｼｯｸUB" panose="020B0900000000000000" pitchFamily="50" charset="-128"/>
              </a:rPr>
              <a:t>UI</a:t>
            </a:r>
            <a:r>
              <a:rPr lang="ja-JP" altLang="en-US" sz="1300" dirty="0">
                <a:latin typeface="HGS創英角ｺﾞｼｯｸUB" panose="020B0900000000000000" pitchFamily="50" charset="-128"/>
                <a:ea typeface="HGS創英角ｺﾞｼｯｸUB" panose="020B0900000000000000" pitchFamily="50" charset="-128"/>
              </a:rPr>
              <a:t>設計からエフェクトを準備して完成度を高める</a:t>
            </a:r>
            <a:endParaRPr lang="en-US" altLang="ja-JP" sz="1300" dirty="0">
              <a:latin typeface="HGS創英角ｺﾞｼｯｸUB" panose="020B0900000000000000" pitchFamily="50" charset="-128"/>
              <a:ea typeface="HGS創英角ｺﾞｼｯｸUB" panose="020B0900000000000000" pitchFamily="50" charset="-128"/>
            </a:endParaRPr>
          </a:p>
          <a:p>
            <a:pPr marL="0" indent="0">
              <a:buNone/>
            </a:pPr>
            <a:r>
              <a:rPr lang="ja-JP" altLang="en-US" sz="1300" dirty="0">
                <a:latin typeface="HGS創英角ｺﾞｼｯｸUB" panose="020B0900000000000000" pitchFamily="50" charset="-128"/>
                <a:ea typeface="HGS創英角ｺﾞｼｯｸUB" panose="020B0900000000000000" pitchFamily="50" charset="-128"/>
              </a:rPr>
              <a:t>・３１～３６コマ（五週目）　：エフェクト制作・バグ調整　今回はエフェクトに力を入れたいを思っているため多めに時間をとる</a:t>
            </a:r>
            <a:endParaRPr lang="en-US" altLang="ja-JP" sz="1300" dirty="0">
              <a:latin typeface="HGS創英角ｺﾞｼｯｸUB" panose="020B0900000000000000" pitchFamily="50" charset="-128"/>
              <a:ea typeface="HGS創英角ｺﾞｼｯｸUB" panose="020B0900000000000000" pitchFamily="50" charset="-128"/>
            </a:endParaRPr>
          </a:p>
          <a:p>
            <a:pPr marL="0" indent="0">
              <a:buNone/>
            </a:pPr>
            <a:r>
              <a:rPr lang="ja-JP" altLang="en-US" sz="1300" dirty="0">
                <a:latin typeface="HGS創英角ｺﾞｼｯｸUB" panose="020B0900000000000000" pitchFamily="50" charset="-128"/>
                <a:ea typeface="HGS創英角ｺﾞｼｯｸUB" panose="020B0900000000000000" pitchFamily="50" charset="-128"/>
              </a:rPr>
              <a:t>・３７～４２コマ（六週目）　：本実装　　　　　　　　　　エフェクトや</a:t>
            </a:r>
            <a:r>
              <a:rPr lang="en-US" altLang="ja-JP" sz="1300" dirty="0">
                <a:latin typeface="HGS創英角ｺﾞｼｯｸUB" panose="020B0900000000000000" pitchFamily="50" charset="-128"/>
                <a:ea typeface="HGS創英角ｺﾞｼｯｸUB" panose="020B0900000000000000" pitchFamily="50" charset="-128"/>
              </a:rPr>
              <a:t>UI</a:t>
            </a:r>
            <a:r>
              <a:rPr lang="ja-JP" altLang="en-US" sz="1300" dirty="0">
                <a:latin typeface="HGS創英角ｺﾞｼｯｸUB" panose="020B0900000000000000" pitchFamily="50" charset="-128"/>
                <a:ea typeface="HGS創英角ｺﾞｼｯｸUB" panose="020B0900000000000000" pitchFamily="50" charset="-128"/>
              </a:rPr>
              <a:t>、ステージを実装。通しプレイで完成度確認</a:t>
            </a:r>
            <a:endParaRPr lang="en-US" altLang="ja-JP" sz="1300" dirty="0">
              <a:latin typeface="HGS創英角ｺﾞｼｯｸUB" panose="020B0900000000000000" pitchFamily="50" charset="-128"/>
              <a:ea typeface="HGS創英角ｺﾞｼｯｸUB" panose="020B0900000000000000" pitchFamily="50" charset="-128"/>
            </a:endParaRPr>
          </a:p>
          <a:p>
            <a:pPr marL="0" indent="0">
              <a:buNone/>
            </a:pPr>
            <a:r>
              <a:rPr lang="ja-JP" altLang="en-US" sz="1300" dirty="0">
                <a:latin typeface="HGS創英角ｺﾞｼｯｸUB" panose="020B0900000000000000" pitchFamily="50" charset="-128"/>
                <a:ea typeface="HGS創英角ｺﾞｼｯｸUB" panose="020B0900000000000000" pitchFamily="50" charset="-128"/>
              </a:rPr>
              <a:t>・４３～４５コマ（七週目）　：最終調整・資料作成　　　　最終調整が終わり次第完成。発表用飼料の作成</a:t>
            </a:r>
            <a:endParaRPr lang="en-US" altLang="ja-JP" sz="1300" dirty="0">
              <a:latin typeface="HGS創英角ｺﾞｼｯｸUB" panose="020B0900000000000000" pitchFamily="50" charset="-128"/>
              <a:ea typeface="HGS創英角ｺﾞｼｯｸUB" panose="020B0900000000000000" pitchFamily="50" charset="-128"/>
            </a:endParaRPr>
          </a:p>
          <a:p>
            <a:pPr marL="0" indent="0">
              <a:buNone/>
            </a:pPr>
            <a:endParaRPr lang="en-US" altLang="ja-JP" sz="1300" dirty="0">
              <a:latin typeface="HGS創英角ｺﾞｼｯｸUB" panose="020B0900000000000000" pitchFamily="50" charset="-128"/>
              <a:ea typeface="HGS創英角ｺﾞｼｯｸUB" panose="020B0900000000000000" pitchFamily="50" charset="-128"/>
            </a:endParaRPr>
          </a:p>
          <a:p>
            <a:pPr marL="0" indent="0">
              <a:buNone/>
            </a:pPr>
            <a:r>
              <a:rPr lang="ja-JP" altLang="en-US" sz="1300" dirty="0">
                <a:latin typeface="HGS創英角ｺﾞｼｯｸUB" panose="020B0900000000000000" pitchFamily="50" charset="-128"/>
                <a:ea typeface="HGS創英角ｺﾞｼｯｸUB" panose="020B0900000000000000" pitchFamily="50" charset="-128"/>
              </a:rPr>
              <a:t>・４６～４８コマ（七週目）　：　　　　　　　　　　　　　　　　　　　　</a:t>
            </a:r>
            <a:r>
              <a:rPr lang="ja-JP" altLang="en-US" sz="2000" dirty="0">
                <a:latin typeface="HGS創英角ｺﾞｼｯｸUB" panose="020B0900000000000000" pitchFamily="50" charset="-128"/>
                <a:ea typeface="HGS創英角ｺﾞｼｯｸUB" panose="020B0900000000000000" pitchFamily="50" charset="-128"/>
              </a:rPr>
              <a:t>　発表</a:t>
            </a:r>
          </a:p>
        </p:txBody>
      </p:sp>
      <p:graphicFrame>
        <p:nvGraphicFramePr>
          <p:cNvPr id="3" name="図表 2">
            <a:extLst>
              <a:ext uri="{FF2B5EF4-FFF2-40B4-BE49-F238E27FC236}">
                <a16:creationId xmlns:a16="http://schemas.microsoft.com/office/drawing/2014/main" id="{687FC0C8-F06B-431C-A9E0-D9D82E311BC7}"/>
              </a:ext>
            </a:extLst>
          </p:cNvPr>
          <p:cNvGraphicFramePr/>
          <p:nvPr>
            <p:extLst>
              <p:ext uri="{D42A27DB-BD31-4B8C-83A1-F6EECF244321}">
                <p14:modId xmlns:p14="http://schemas.microsoft.com/office/powerpoint/2010/main" val="3702128292"/>
              </p:ext>
            </p:extLst>
          </p:nvPr>
        </p:nvGraphicFramePr>
        <p:xfrm>
          <a:off x="265952" y="2823104"/>
          <a:ext cx="11926048"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223479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D8A6C-10C0-4C92-8ECA-FE5767D79AE7}"/>
              </a:ext>
            </a:extLst>
          </p:cNvPr>
          <p:cNvSpPr>
            <a:spLocks noGrp="1"/>
          </p:cNvSpPr>
          <p:nvPr>
            <p:ph type="title"/>
          </p:nvPr>
        </p:nvSpPr>
        <p:spPr/>
        <p:txBody>
          <a:bodyPr/>
          <a:lstStyle/>
          <a:p>
            <a:r>
              <a:rPr kumimoji="1" lang="ja-JP" altLang="en-US" dirty="0"/>
              <a:t>ステージ選択画面</a:t>
            </a:r>
          </a:p>
        </p:txBody>
      </p:sp>
      <p:grpSp>
        <p:nvGrpSpPr>
          <p:cNvPr id="28" name="グループ化 27">
            <a:extLst>
              <a:ext uri="{FF2B5EF4-FFF2-40B4-BE49-F238E27FC236}">
                <a16:creationId xmlns:a16="http://schemas.microsoft.com/office/drawing/2014/main" id="{E0D7048D-C806-496E-9B78-AF08EB812CBA}"/>
              </a:ext>
            </a:extLst>
          </p:cNvPr>
          <p:cNvGrpSpPr/>
          <p:nvPr/>
        </p:nvGrpSpPr>
        <p:grpSpPr>
          <a:xfrm>
            <a:off x="1834964" y="2843494"/>
            <a:ext cx="7395882" cy="3030070"/>
            <a:chOff x="1748118" y="2312895"/>
            <a:chExt cx="7395882" cy="3030070"/>
          </a:xfrm>
        </p:grpSpPr>
        <p:grpSp>
          <p:nvGrpSpPr>
            <p:cNvPr id="15" name="グループ化 14">
              <a:extLst>
                <a:ext uri="{FF2B5EF4-FFF2-40B4-BE49-F238E27FC236}">
                  <a16:creationId xmlns:a16="http://schemas.microsoft.com/office/drawing/2014/main" id="{7871E3C8-C320-4E1A-9000-9B5F3D655875}"/>
                </a:ext>
              </a:extLst>
            </p:cNvPr>
            <p:cNvGrpSpPr/>
            <p:nvPr/>
          </p:nvGrpSpPr>
          <p:grpSpPr>
            <a:xfrm>
              <a:off x="1748118" y="2312895"/>
              <a:ext cx="7395882" cy="3030070"/>
              <a:chOff x="1255059" y="2026024"/>
              <a:chExt cx="7395882" cy="3030070"/>
            </a:xfrm>
          </p:grpSpPr>
          <p:sp>
            <p:nvSpPr>
              <p:cNvPr id="5" name="正方形/長方形 4">
                <a:extLst>
                  <a:ext uri="{FF2B5EF4-FFF2-40B4-BE49-F238E27FC236}">
                    <a16:creationId xmlns:a16="http://schemas.microsoft.com/office/drawing/2014/main" id="{206E4610-73F9-4454-A796-1692FCB3547C}"/>
                  </a:ext>
                </a:extLst>
              </p:cNvPr>
              <p:cNvSpPr/>
              <p:nvPr/>
            </p:nvSpPr>
            <p:spPr>
              <a:xfrm>
                <a:off x="1255059" y="2026024"/>
                <a:ext cx="7395882" cy="3030070"/>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 name="正方形/長方形 3">
                <a:extLst>
                  <a:ext uri="{FF2B5EF4-FFF2-40B4-BE49-F238E27FC236}">
                    <a16:creationId xmlns:a16="http://schemas.microsoft.com/office/drawing/2014/main" id="{472FC358-01E7-43E5-9B18-C910432C4A30}"/>
                  </a:ext>
                </a:extLst>
              </p:cNvPr>
              <p:cNvSpPr/>
              <p:nvPr/>
            </p:nvSpPr>
            <p:spPr>
              <a:xfrm>
                <a:off x="1730188" y="2375646"/>
                <a:ext cx="995083" cy="990600"/>
              </a:xfrm>
              <a:prstGeom prst="rect">
                <a:avLst/>
              </a:prstGeom>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5000" dirty="0">
                    <a:latin typeface="HGS創英角ｺﾞｼｯｸUB" panose="020B0900000000000000" pitchFamily="50" charset="-128"/>
                    <a:ea typeface="HGS創英角ｺﾞｼｯｸUB" panose="020B0900000000000000" pitchFamily="50" charset="-128"/>
                  </a:rPr>
                  <a:t>１</a:t>
                </a:r>
              </a:p>
            </p:txBody>
          </p:sp>
          <p:sp>
            <p:nvSpPr>
              <p:cNvPr id="6" name="正方形/長方形 5">
                <a:extLst>
                  <a:ext uri="{FF2B5EF4-FFF2-40B4-BE49-F238E27FC236}">
                    <a16:creationId xmlns:a16="http://schemas.microsoft.com/office/drawing/2014/main" id="{F3BBFB7F-A635-4C75-9E93-48D279BB37D5}"/>
                  </a:ext>
                </a:extLst>
              </p:cNvPr>
              <p:cNvSpPr/>
              <p:nvPr/>
            </p:nvSpPr>
            <p:spPr>
              <a:xfrm>
                <a:off x="3119717" y="2375646"/>
                <a:ext cx="995083" cy="990600"/>
              </a:xfrm>
              <a:prstGeom prst="rect">
                <a:avLst/>
              </a:prstGeom>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5000" dirty="0">
                    <a:latin typeface="HGS創英角ｺﾞｼｯｸUB" panose="020B0900000000000000" pitchFamily="50" charset="-128"/>
                    <a:ea typeface="HGS創英角ｺﾞｼｯｸUB" panose="020B0900000000000000" pitchFamily="50" charset="-128"/>
                  </a:rPr>
                  <a:t>２</a:t>
                </a:r>
              </a:p>
            </p:txBody>
          </p:sp>
          <p:sp>
            <p:nvSpPr>
              <p:cNvPr id="7" name="正方形/長方形 6">
                <a:extLst>
                  <a:ext uri="{FF2B5EF4-FFF2-40B4-BE49-F238E27FC236}">
                    <a16:creationId xmlns:a16="http://schemas.microsoft.com/office/drawing/2014/main" id="{E847BA16-3B4E-4A24-8E7E-F1C9A482C9BF}"/>
                  </a:ext>
                </a:extLst>
              </p:cNvPr>
              <p:cNvSpPr/>
              <p:nvPr/>
            </p:nvSpPr>
            <p:spPr>
              <a:xfrm>
                <a:off x="4509246" y="2375646"/>
                <a:ext cx="995083" cy="990600"/>
              </a:xfrm>
              <a:prstGeom prst="rect">
                <a:avLst/>
              </a:prstGeom>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5000" dirty="0">
                    <a:latin typeface="HGS創英角ｺﾞｼｯｸUB" panose="020B0900000000000000" pitchFamily="50" charset="-128"/>
                    <a:ea typeface="HGS創英角ｺﾞｼｯｸUB" panose="020B0900000000000000" pitchFamily="50" charset="-128"/>
                  </a:rPr>
                  <a:t>３</a:t>
                </a:r>
              </a:p>
            </p:txBody>
          </p:sp>
          <p:sp>
            <p:nvSpPr>
              <p:cNvPr id="8" name="正方形/長方形 7">
                <a:extLst>
                  <a:ext uri="{FF2B5EF4-FFF2-40B4-BE49-F238E27FC236}">
                    <a16:creationId xmlns:a16="http://schemas.microsoft.com/office/drawing/2014/main" id="{D570A473-40A8-42C3-931D-50E2D0760952}"/>
                  </a:ext>
                </a:extLst>
              </p:cNvPr>
              <p:cNvSpPr/>
              <p:nvPr/>
            </p:nvSpPr>
            <p:spPr>
              <a:xfrm>
                <a:off x="5898775" y="2375646"/>
                <a:ext cx="995083" cy="990600"/>
              </a:xfrm>
              <a:prstGeom prst="rect">
                <a:avLst/>
              </a:prstGeom>
              <a:solidFill>
                <a:schemeClr val="tx1"/>
              </a:solid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5000" dirty="0">
                    <a:latin typeface="HGS創英角ｺﾞｼｯｸUB" panose="020B0900000000000000" pitchFamily="50" charset="-128"/>
                    <a:ea typeface="HGS創英角ｺﾞｼｯｸUB" panose="020B0900000000000000" pitchFamily="50" charset="-128"/>
                  </a:rPr>
                  <a:t>４</a:t>
                </a:r>
              </a:p>
            </p:txBody>
          </p:sp>
          <p:sp>
            <p:nvSpPr>
              <p:cNvPr id="9" name="正方形/長方形 8">
                <a:extLst>
                  <a:ext uri="{FF2B5EF4-FFF2-40B4-BE49-F238E27FC236}">
                    <a16:creationId xmlns:a16="http://schemas.microsoft.com/office/drawing/2014/main" id="{CF91BB7D-EAA2-42CA-B311-397AE097C60B}"/>
                  </a:ext>
                </a:extLst>
              </p:cNvPr>
              <p:cNvSpPr/>
              <p:nvPr/>
            </p:nvSpPr>
            <p:spPr>
              <a:xfrm>
                <a:off x="7288304" y="2375646"/>
                <a:ext cx="995083" cy="990600"/>
              </a:xfrm>
              <a:prstGeom prst="rect">
                <a:avLst/>
              </a:prstGeom>
              <a:solidFill>
                <a:schemeClr val="tx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5000" dirty="0">
                    <a:latin typeface="HGS創英角ｺﾞｼｯｸUB" panose="020B0900000000000000" pitchFamily="50" charset="-128"/>
                    <a:ea typeface="HGS創英角ｺﾞｼｯｸUB" panose="020B0900000000000000" pitchFamily="50" charset="-128"/>
                  </a:rPr>
                  <a:t>５</a:t>
                </a:r>
              </a:p>
            </p:txBody>
          </p:sp>
          <p:sp>
            <p:nvSpPr>
              <p:cNvPr id="10" name="正方形/長方形 9">
                <a:extLst>
                  <a:ext uri="{FF2B5EF4-FFF2-40B4-BE49-F238E27FC236}">
                    <a16:creationId xmlns:a16="http://schemas.microsoft.com/office/drawing/2014/main" id="{78FB1C0C-31F4-4E45-9B53-BDD213642F68}"/>
                  </a:ext>
                </a:extLst>
              </p:cNvPr>
              <p:cNvSpPr/>
              <p:nvPr/>
            </p:nvSpPr>
            <p:spPr>
              <a:xfrm>
                <a:off x="1712258" y="3780864"/>
                <a:ext cx="995083" cy="990600"/>
              </a:xfrm>
              <a:prstGeom prst="rect">
                <a:avLst/>
              </a:prstGeom>
              <a:solidFill>
                <a:schemeClr val="tx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5000" dirty="0">
                    <a:latin typeface="HGS創英角ｺﾞｼｯｸUB" panose="020B0900000000000000" pitchFamily="50" charset="-128"/>
                    <a:ea typeface="HGS創英角ｺﾞｼｯｸUB" panose="020B0900000000000000" pitchFamily="50" charset="-128"/>
                  </a:rPr>
                  <a:t>６</a:t>
                </a:r>
              </a:p>
            </p:txBody>
          </p:sp>
          <p:sp>
            <p:nvSpPr>
              <p:cNvPr id="11" name="正方形/長方形 10">
                <a:extLst>
                  <a:ext uri="{FF2B5EF4-FFF2-40B4-BE49-F238E27FC236}">
                    <a16:creationId xmlns:a16="http://schemas.microsoft.com/office/drawing/2014/main" id="{62A9333A-6F48-4115-B359-385C7D058AE2}"/>
                  </a:ext>
                </a:extLst>
              </p:cNvPr>
              <p:cNvSpPr/>
              <p:nvPr/>
            </p:nvSpPr>
            <p:spPr>
              <a:xfrm>
                <a:off x="3101787" y="3780864"/>
                <a:ext cx="995083" cy="990600"/>
              </a:xfrm>
              <a:prstGeom prst="rect">
                <a:avLst/>
              </a:prstGeom>
              <a:solidFill>
                <a:schemeClr val="tx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5000" dirty="0">
                    <a:latin typeface="HGS創英角ｺﾞｼｯｸUB" panose="020B0900000000000000" pitchFamily="50" charset="-128"/>
                    <a:ea typeface="HGS創英角ｺﾞｼｯｸUB" panose="020B0900000000000000" pitchFamily="50" charset="-128"/>
                  </a:rPr>
                  <a:t>７</a:t>
                </a:r>
              </a:p>
            </p:txBody>
          </p:sp>
          <p:sp>
            <p:nvSpPr>
              <p:cNvPr id="12" name="正方形/長方形 11">
                <a:extLst>
                  <a:ext uri="{FF2B5EF4-FFF2-40B4-BE49-F238E27FC236}">
                    <a16:creationId xmlns:a16="http://schemas.microsoft.com/office/drawing/2014/main" id="{C894F1B1-F40D-40D3-A877-9338684593B2}"/>
                  </a:ext>
                </a:extLst>
              </p:cNvPr>
              <p:cNvSpPr/>
              <p:nvPr/>
            </p:nvSpPr>
            <p:spPr>
              <a:xfrm>
                <a:off x="4491316" y="3780864"/>
                <a:ext cx="995083" cy="990600"/>
              </a:xfrm>
              <a:prstGeom prst="rect">
                <a:avLst/>
              </a:prstGeom>
              <a:solidFill>
                <a:schemeClr val="tx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5000" dirty="0">
                    <a:latin typeface="HGS創英角ｺﾞｼｯｸUB" panose="020B0900000000000000" pitchFamily="50" charset="-128"/>
                    <a:ea typeface="HGS創英角ｺﾞｼｯｸUB" panose="020B0900000000000000" pitchFamily="50" charset="-128"/>
                  </a:rPr>
                  <a:t>８</a:t>
                </a:r>
              </a:p>
            </p:txBody>
          </p:sp>
          <p:sp>
            <p:nvSpPr>
              <p:cNvPr id="13" name="正方形/長方形 12">
                <a:extLst>
                  <a:ext uri="{FF2B5EF4-FFF2-40B4-BE49-F238E27FC236}">
                    <a16:creationId xmlns:a16="http://schemas.microsoft.com/office/drawing/2014/main" id="{7DC33CB1-5EF4-4F38-AF71-9DEF84B2EC70}"/>
                  </a:ext>
                </a:extLst>
              </p:cNvPr>
              <p:cNvSpPr/>
              <p:nvPr/>
            </p:nvSpPr>
            <p:spPr>
              <a:xfrm>
                <a:off x="5880845" y="3780864"/>
                <a:ext cx="995083" cy="990600"/>
              </a:xfrm>
              <a:prstGeom prst="rect">
                <a:avLst/>
              </a:prstGeom>
              <a:solidFill>
                <a:schemeClr val="tx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5000" dirty="0">
                    <a:latin typeface="HGS創英角ｺﾞｼｯｸUB" panose="020B0900000000000000" pitchFamily="50" charset="-128"/>
                    <a:ea typeface="HGS創英角ｺﾞｼｯｸUB" panose="020B0900000000000000" pitchFamily="50" charset="-128"/>
                  </a:rPr>
                  <a:t>９</a:t>
                </a:r>
              </a:p>
            </p:txBody>
          </p:sp>
          <p:sp>
            <p:nvSpPr>
              <p:cNvPr id="14" name="正方形/長方形 13">
                <a:extLst>
                  <a:ext uri="{FF2B5EF4-FFF2-40B4-BE49-F238E27FC236}">
                    <a16:creationId xmlns:a16="http://schemas.microsoft.com/office/drawing/2014/main" id="{1850F55A-2A9D-4935-B2FC-82B13782CA9E}"/>
                  </a:ext>
                </a:extLst>
              </p:cNvPr>
              <p:cNvSpPr/>
              <p:nvPr/>
            </p:nvSpPr>
            <p:spPr>
              <a:xfrm>
                <a:off x="7270374" y="3780864"/>
                <a:ext cx="995083" cy="990600"/>
              </a:xfrm>
              <a:prstGeom prst="rect">
                <a:avLst/>
              </a:prstGeom>
              <a:solidFill>
                <a:schemeClr val="tx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5000" dirty="0">
                    <a:latin typeface="HGS創英角ｺﾞｼｯｸUB" panose="020B0900000000000000" pitchFamily="50" charset="-128"/>
                    <a:ea typeface="HGS創英角ｺﾞｼｯｸUB" panose="020B0900000000000000" pitchFamily="50" charset="-128"/>
                  </a:rPr>
                  <a:t>10</a:t>
                </a:r>
                <a:endParaRPr kumimoji="1" lang="ja-JP" altLang="en-US" sz="5000" dirty="0">
                  <a:latin typeface="HGS創英角ｺﾞｼｯｸUB" panose="020B0900000000000000" pitchFamily="50" charset="-128"/>
                  <a:ea typeface="HGS創英角ｺﾞｼｯｸUB" panose="020B0900000000000000" pitchFamily="50" charset="-128"/>
                </a:endParaRPr>
              </a:p>
            </p:txBody>
          </p:sp>
        </p:grpSp>
        <p:grpSp>
          <p:nvGrpSpPr>
            <p:cNvPr id="27" name="グループ化 26">
              <a:extLst>
                <a:ext uri="{FF2B5EF4-FFF2-40B4-BE49-F238E27FC236}">
                  <a16:creationId xmlns:a16="http://schemas.microsoft.com/office/drawing/2014/main" id="{69AC0FE7-5B57-4C69-9D77-409030B1EBD5}"/>
                </a:ext>
              </a:extLst>
            </p:cNvPr>
            <p:cNvGrpSpPr/>
            <p:nvPr/>
          </p:nvGrpSpPr>
          <p:grpSpPr>
            <a:xfrm>
              <a:off x="2223246" y="2682128"/>
              <a:ext cx="6535270" cy="2367243"/>
              <a:chOff x="2223246" y="2682128"/>
              <a:chExt cx="6535270" cy="2367243"/>
            </a:xfrm>
          </p:grpSpPr>
          <p:sp>
            <p:nvSpPr>
              <p:cNvPr id="16" name="正方形/長方形 15">
                <a:extLst>
                  <a:ext uri="{FF2B5EF4-FFF2-40B4-BE49-F238E27FC236}">
                    <a16:creationId xmlns:a16="http://schemas.microsoft.com/office/drawing/2014/main" id="{A4C97E55-75FA-4CFF-9A60-AD9514131FFB}"/>
                  </a:ext>
                </a:extLst>
              </p:cNvPr>
              <p:cNvSpPr/>
              <p:nvPr/>
            </p:nvSpPr>
            <p:spPr>
              <a:xfrm>
                <a:off x="7781362" y="4090147"/>
                <a:ext cx="959224" cy="959224"/>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C8635C93-C8E9-4434-9D0A-16E1F5B4EA42}"/>
                  </a:ext>
                </a:extLst>
              </p:cNvPr>
              <p:cNvSpPr/>
              <p:nvPr/>
            </p:nvSpPr>
            <p:spPr>
              <a:xfrm>
                <a:off x="6391833" y="4089586"/>
                <a:ext cx="959224" cy="959224"/>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6A7015F8-115C-4D7C-8F2A-60E20E493A42}"/>
                  </a:ext>
                </a:extLst>
              </p:cNvPr>
              <p:cNvSpPr/>
              <p:nvPr/>
            </p:nvSpPr>
            <p:spPr>
              <a:xfrm>
                <a:off x="5002304" y="4090147"/>
                <a:ext cx="959224" cy="959224"/>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340F75BD-9CD2-4E72-9AEA-D810EEFDD4D9}"/>
                  </a:ext>
                </a:extLst>
              </p:cNvPr>
              <p:cNvSpPr/>
              <p:nvPr/>
            </p:nvSpPr>
            <p:spPr>
              <a:xfrm>
                <a:off x="3612776" y="4077260"/>
                <a:ext cx="959224" cy="959224"/>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正方形/長方形 24">
                <a:extLst>
                  <a:ext uri="{FF2B5EF4-FFF2-40B4-BE49-F238E27FC236}">
                    <a16:creationId xmlns:a16="http://schemas.microsoft.com/office/drawing/2014/main" id="{AF2DE208-1AE0-47FC-918E-3F5DD86016A0}"/>
                  </a:ext>
                </a:extLst>
              </p:cNvPr>
              <p:cNvSpPr/>
              <p:nvPr/>
            </p:nvSpPr>
            <p:spPr>
              <a:xfrm>
                <a:off x="2223246" y="4090147"/>
                <a:ext cx="959224" cy="959224"/>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EBD37C2F-B4D6-41EC-8350-1369CAC8F5B8}"/>
                  </a:ext>
                </a:extLst>
              </p:cNvPr>
              <p:cNvSpPr/>
              <p:nvPr/>
            </p:nvSpPr>
            <p:spPr>
              <a:xfrm>
                <a:off x="7799292" y="2682128"/>
                <a:ext cx="959224" cy="959224"/>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Tree>
    <p:extLst>
      <p:ext uri="{BB962C8B-B14F-4D97-AF65-F5344CB8AC3E}">
        <p14:creationId xmlns:p14="http://schemas.microsoft.com/office/powerpoint/2010/main" val="42943502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9E8FA7E-FCAD-4EB5-B5BE-4BAE31D74612}"/>
              </a:ext>
            </a:extLst>
          </p:cNvPr>
          <p:cNvSpPr>
            <a:spLocks noGrp="1"/>
          </p:cNvSpPr>
          <p:nvPr>
            <p:ph type="title"/>
          </p:nvPr>
        </p:nvSpPr>
        <p:spPr/>
        <p:txBody>
          <a:bodyPr/>
          <a:lstStyle/>
          <a:p>
            <a:endParaRPr kumimoji="1" lang="ja-JP" altLang="en-US" dirty="0"/>
          </a:p>
        </p:txBody>
      </p:sp>
      <p:sp>
        <p:nvSpPr>
          <p:cNvPr id="4" name="正方形/長方形 3">
            <a:extLst>
              <a:ext uri="{FF2B5EF4-FFF2-40B4-BE49-F238E27FC236}">
                <a16:creationId xmlns:a16="http://schemas.microsoft.com/office/drawing/2014/main" id="{28F3630F-D3FC-462A-B806-A7E65D037D71}"/>
              </a:ext>
            </a:extLst>
          </p:cNvPr>
          <p:cNvSpPr/>
          <p:nvPr/>
        </p:nvSpPr>
        <p:spPr>
          <a:xfrm>
            <a:off x="0" y="1"/>
            <a:ext cx="12192000" cy="6857999"/>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7" name="正方形/長方形 36">
            <a:extLst>
              <a:ext uri="{FF2B5EF4-FFF2-40B4-BE49-F238E27FC236}">
                <a16:creationId xmlns:a16="http://schemas.microsoft.com/office/drawing/2014/main" id="{03820F44-E43C-4BCE-B9BF-A21539363C37}"/>
              </a:ext>
            </a:extLst>
          </p:cNvPr>
          <p:cNvSpPr/>
          <p:nvPr/>
        </p:nvSpPr>
        <p:spPr>
          <a:xfrm>
            <a:off x="1467268" y="16964"/>
            <a:ext cx="2145508" cy="656851"/>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正方形/長方形 38">
            <a:extLst>
              <a:ext uri="{FF2B5EF4-FFF2-40B4-BE49-F238E27FC236}">
                <a16:creationId xmlns:a16="http://schemas.microsoft.com/office/drawing/2014/main" id="{2554BBEB-4010-4A2D-BE88-98575D9C1FC0}"/>
              </a:ext>
            </a:extLst>
          </p:cNvPr>
          <p:cNvSpPr/>
          <p:nvPr/>
        </p:nvSpPr>
        <p:spPr>
          <a:xfrm>
            <a:off x="3415552" y="673815"/>
            <a:ext cx="197224" cy="1613647"/>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正方形/長方形 39">
            <a:extLst>
              <a:ext uri="{FF2B5EF4-FFF2-40B4-BE49-F238E27FC236}">
                <a16:creationId xmlns:a16="http://schemas.microsoft.com/office/drawing/2014/main" id="{1D0EAA74-6F26-4CFD-A8BB-17A7DD9CD6AD}"/>
              </a:ext>
            </a:extLst>
          </p:cNvPr>
          <p:cNvSpPr/>
          <p:nvPr/>
        </p:nvSpPr>
        <p:spPr>
          <a:xfrm>
            <a:off x="3518647" y="2059703"/>
            <a:ext cx="1940859" cy="22108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正方形/長方形 40">
            <a:extLst>
              <a:ext uri="{FF2B5EF4-FFF2-40B4-BE49-F238E27FC236}">
                <a16:creationId xmlns:a16="http://schemas.microsoft.com/office/drawing/2014/main" id="{597904A6-5FC2-4E00-B715-C4FC9D9F30BC}"/>
              </a:ext>
            </a:extLst>
          </p:cNvPr>
          <p:cNvSpPr/>
          <p:nvPr/>
        </p:nvSpPr>
        <p:spPr>
          <a:xfrm>
            <a:off x="8095126" y="28545"/>
            <a:ext cx="4096873" cy="656851"/>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正方形/長方形 42">
            <a:extLst>
              <a:ext uri="{FF2B5EF4-FFF2-40B4-BE49-F238E27FC236}">
                <a16:creationId xmlns:a16="http://schemas.microsoft.com/office/drawing/2014/main" id="{400198C2-B64B-478F-8774-3DD3FE7A03D4}"/>
              </a:ext>
            </a:extLst>
          </p:cNvPr>
          <p:cNvSpPr/>
          <p:nvPr/>
        </p:nvSpPr>
        <p:spPr>
          <a:xfrm>
            <a:off x="11456889" y="618612"/>
            <a:ext cx="735110" cy="2642161"/>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正方形/長方形 43">
            <a:extLst>
              <a:ext uri="{FF2B5EF4-FFF2-40B4-BE49-F238E27FC236}">
                <a16:creationId xmlns:a16="http://schemas.microsoft.com/office/drawing/2014/main" id="{A710A607-6EA2-4D15-8F92-A98E5E3DA4B2}"/>
              </a:ext>
            </a:extLst>
          </p:cNvPr>
          <p:cNvSpPr/>
          <p:nvPr/>
        </p:nvSpPr>
        <p:spPr>
          <a:xfrm>
            <a:off x="4930599" y="4692522"/>
            <a:ext cx="3191436" cy="362231"/>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6" name="直線コネクタ 45">
            <a:extLst>
              <a:ext uri="{FF2B5EF4-FFF2-40B4-BE49-F238E27FC236}">
                <a16:creationId xmlns:a16="http://schemas.microsoft.com/office/drawing/2014/main" id="{D4869505-5D9F-4E8E-BA2F-A956B07ADD0E}"/>
              </a:ext>
            </a:extLst>
          </p:cNvPr>
          <p:cNvCxnSpPr>
            <a:cxnSpLocks/>
            <a:stCxn id="85" idx="1"/>
          </p:cNvCxnSpPr>
          <p:nvPr/>
        </p:nvCxnSpPr>
        <p:spPr>
          <a:xfrm>
            <a:off x="2259113" y="2407011"/>
            <a:ext cx="3007660" cy="2043980"/>
          </a:xfrm>
          <a:prstGeom prst="line">
            <a:avLst/>
          </a:prstGeom>
          <a:ln w="38100">
            <a:solidFill>
              <a:srgbClr val="FF00FF"/>
            </a:solidFill>
          </a:ln>
        </p:spPr>
        <p:style>
          <a:lnRef idx="1">
            <a:schemeClr val="accent1"/>
          </a:lnRef>
          <a:fillRef idx="0">
            <a:schemeClr val="accent1"/>
          </a:fillRef>
          <a:effectRef idx="0">
            <a:schemeClr val="accent1"/>
          </a:effectRef>
          <a:fontRef idx="minor">
            <a:schemeClr val="tx1"/>
          </a:fontRef>
        </p:style>
      </p:cxnSp>
      <p:sp>
        <p:nvSpPr>
          <p:cNvPr id="51" name="爆発: 8 pt 50">
            <a:extLst>
              <a:ext uri="{FF2B5EF4-FFF2-40B4-BE49-F238E27FC236}">
                <a16:creationId xmlns:a16="http://schemas.microsoft.com/office/drawing/2014/main" id="{4004E95E-82CB-44FB-9032-C4DC63B2BA2B}"/>
              </a:ext>
            </a:extLst>
          </p:cNvPr>
          <p:cNvSpPr/>
          <p:nvPr/>
        </p:nvSpPr>
        <p:spPr>
          <a:xfrm>
            <a:off x="5186510" y="4312925"/>
            <a:ext cx="384643" cy="486895"/>
          </a:xfrm>
          <a:prstGeom prst="irregularSeal1">
            <a:avLst/>
          </a:prstGeom>
          <a:solidFill>
            <a:schemeClr val="tx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フローチャート: 結合子 47">
            <a:extLst>
              <a:ext uri="{FF2B5EF4-FFF2-40B4-BE49-F238E27FC236}">
                <a16:creationId xmlns:a16="http://schemas.microsoft.com/office/drawing/2014/main" id="{C59CD5B5-E1E0-4252-ACD8-ABBDEFBECB5E}"/>
              </a:ext>
            </a:extLst>
          </p:cNvPr>
          <p:cNvSpPr/>
          <p:nvPr/>
        </p:nvSpPr>
        <p:spPr>
          <a:xfrm>
            <a:off x="5266773" y="4444314"/>
            <a:ext cx="224118" cy="224118"/>
          </a:xfrm>
          <a:prstGeom prst="flowChartConnector">
            <a:avLst/>
          </a:prstGeom>
          <a:solidFill>
            <a:schemeClr val="tx1">
              <a:lumMod val="95000"/>
              <a:lumOff val="5000"/>
            </a:schemeClr>
          </a:solid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2" name="直線コネクタ 51">
            <a:extLst>
              <a:ext uri="{FF2B5EF4-FFF2-40B4-BE49-F238E27FC236}">
                <a16:creationId xmlns:a16="http://schemas.microsoft.com/office/drawing/2014/main" id="{9F42BE0E-B769-4A8E-973B-29DDC1068C9C}"/>
              </a:ext>
            </a:extLst>
          </p:cNvPr>
          <p:cNvCxnSpPr>
            <a:cxnSpLocks/>
          </p:cNvCxnSpPr>
          <p:nvPr/>
        </p:nvCxnSpPr>
        <p:spPr>
          <a:xfrm flipV="1">
            <a:off x="5490891" y="2639373"/>
            <a:ext cx="2635623" cy="1811618"/>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55" name="正方形/長方形 54">
            <a:extLst>
              <a:ext uri="{FF2B5EF4-FFF2-40B4-BE49-F238E27FC236}">
                <a16:creationId xmlns:a16="http://schemas.microsoft.com/office/drawing/2014/main" id="{4C7AC55F-53AF-4DBC-AD37-92BBE6ABAB9F}"/>
              </a:ext>
            </a:extLst>
          </p:cNvPr>
          <p:cNvSpPr/>
          <p:nvPr/>
        </p:nvSpPr>
        <p:spPr>
          <a:xfrm>
            <a:off x="10479749" y="5161904"/>
            <a:ext cx="1680882" cy="1151357"/>
          </a:xfrm>
          <a:prstGeom prst="rect">
            <a:avLst/>
          </a:prstGeom>
          <a:solidFill>
            <a:schemeClr val="tx1">
              <a:lumMod val="95000"/>
              <a:lumOff val="5000"/>
            </a:schemeClr>
          </a:solidFill>
          <a:ln w="762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4400" dirty="0">
                <a:solidFill>
                  <a:srgbClr val="FFFF00"/>
                </a:solidFill>
              </a:rPr>
              <a:t>GOAL</a:t>
            </a:r>
            <a:endParaRPr kumimoji="1" lang="ja-JP" altLang="en-US" sz="4400" dirty="0">
              <a:solidFill>
                <a:srgbClr val="FFFF00"/>
              </a:solidFill>
            </a:endParaRPr>
          </a:p>
        </p:txBody>
      </p:sp>
      <p:sp>
        <p:nvSpPr>
          <p:cNvPr id="56" name="正方形/長方形 55">
            <a:extLst>
              <a:ext uri="{FF2B5EF4-FFF2-40B4-BE49-F238E27FC236}">
                <a16:creationId xmlns:a16="http://schemas.microsoft.com/office/drawing/2014/main" id="{D0A98DD6-7DED-4D69-8232-D155A0CF3226}"/>
              </a:ext>
            </a:extLst>
          </p:cNvPr>
          <p:cNvSpPr/>
          <p:nvPr/>
        </p:nvSpPr>
        <p:spPr>
          <a:xfrm>
            <a:off x="10094259" y="6360363"/>
            <a:ext cx="2097741" cy="471358"/>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62" name="グループ化 61">
            <a:extLst>
              <a:ext uri="{FF2B5EF4-FFF2-40B4-BE49-F238E27FC236}">
                <a16:creationId xmlns:a16="http://schemas.microsoft.com/office/drawing/2014/main" id="{A9B48028-7515-4453-A8A2-C6E3664AA443}"/>
              </a:ext>
            </a:extLst>
          </p:cNvPr>
          <p:cNvGrpSpPr/>
          <p:nvPr/>
        </p:nvGrpSpPr>
        <p:grpSpPr>
          <a:xfrm>
            <a:off x="7463134" y="6263493"/>
            <a:ext cx="1864667" cy="590198"/>
            <a:chOff x="7055224" y="5822951"/>
            <a:chExt cx="1864667" cy="590198"/>
          </a:xfrm>
        </p:grpSpPr>
        <p:sp>
          <p:nvSpPr>
            <p:cNvPr id="58" name="二等辺三角形 57">
              <a:extLst>
                <a:ext uri="{FF2B5EF4-FFF2-40B4-BE49-F238E27FC236}">
                  <a16:creationId xmlns:a16="http://schemas.microsoft.com/office/drawing/2014/main" id="{795A3FB3-CF4D-4FB8-B512-14857B875E41}"/>
                </a:ext>
              </a:extLst>
            </p:cNvPr>
            <p:cNvSpPr/>
            <p:nvPr/>
          </p:nvSpPr>
          <p:spPr>
            <a:xfrm>
              <a:off x="7055224" y="5822951"/>
              <a:ext cx="528917" cy="590198"/>
            </a:xfrm>
            <a:prstGeom prst="triangle">
              <a:avLst/>
            </a:prstGeom>
            <a:solidFill>
              <a:srgbClr val="AE1090"/>
            </a:solidFill>
            <a:ln>
              <a:solidFill>
                <a:srgbClr val="AE10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二等辺三角形 58">
              <a:extLst>
                <a:ext uri="{FF2B5EF4-FFF2-40B4-BE49-F238E27FC236}">
                  <a16:creationId xmlns:a16="http://schemas.microsoft.com/office/drawing/2014/main" id="{A7F6B238-6739-474C-8CB4-02D4D91D84AA}"/>
                </a:ext>
              </a:extLst>
            </p:cNvPr>
            <p:cNvSpPr/>
            <p:nvPr/>
          </p:nvSpPr>
          <p:spPr>
            <a:xfrm>
              <a:off x="7512427" y="5822951"/>
              <a:ext cx="528917" cy="590198"/>
            </a:xfrm>
            <a:prstGeom prst="triangle">
              <a:avLst/>
            </a:prstGeom>
            <a:solidFill>
              <a:srgbClr val="AE1090"/>
            </a:solidFill>
            <a:ln>
              <a:solidFill>
                <a:srgbClr val="AE10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二等辺三角形 59">
              <a:extLst>
                <a:ext uri="{FF2B5EF4-FFF2-40B4-BE49-F238E27FC236}">
                  <a16:creationId xmlns:a16="http://schemas.microsoft.com/office/drawing/2014/main" id="{FB9E5CC5-9BF0-4837-A897-482A3B76A54D}"/>
                </a:ext>
              </a:extLst>
            </p:cNvPr>
            <p:cNvSpPr/>
            <p:nvPr/>
          </p:nvSpPr>
          <p:spPr>
            <a:xfrm>
              <a:off x="8390974" y="5822951"/>
              <a:ext cx="528917" cy="590198"/>
            </a:xfrm>
            <a:prstGeom prst="triangle">
              <a:avLst/>
            </a:prstGeom>
            <a:solidFill>
              <a:srgbClr val="AE1090"/>
            </a:solidFill>
            <a:ln>
              <a:solidFill>
                <a:srgbClr val="AE10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1" name="二等辺三角形 60">
              <a:extLst>
                <a:ext uri="{FF2B5EF4-FFF2-40B4-BE49-F238E27FC236}">
                  <a16:creationId xmlns:a16="http://schemas.microsoft.com/office/drawing/2014/main" id="{8CD09BC9-D189-46D8-8C98-F9F4C64B9277}"/>
                </a:ext>
              </a:extLst>
            </p:cNvPr>
            <p:cNvSpPr/>
            <p:nvPr/>
          </p:nvSpPr>
          <p:spPr>
            <a:xfrm>
              <a:off x="7951699" y="5822951"/>
              <a:ext cx="528917" cy="590198"/>
            </a:xfrm>
            <a:prstGeom prst="triangle">
              <a:avLst/>
            </a:prstGeom>
            <a:solidFill>
              <a:srgbClr val="AE1090"/>
            </a:solidFill>
            <a:ln>
              <a:solidFill>
                <a:srgbClr val="AE10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64" name="正方形/長方形 63">
            <a:extLst>
              <a:ext uri="{FF2B5EF4-FFF2-40B4-BE49-F238E27FC236}">
                <a16:creationId xmlns:a16="http://schemas.microsoft.com/office/drawing/2014/main" id="{88DA05BC-2554-4C5E-844D-CF9FE8784953}"/>
              </a:ext>
            </a:extLst>
          </p:cNvPr>
          <p:cNvSpPr/>
          <p:nvPr/>
        </p:nvSpPr>
        <p:spPr>
          <a:xfrm rot="459183">
            <a:off x="8122035" y="1989058"/>
            <a:ext cx="2635346" cy="291727"/>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矢印: 折線 68">
            <a:extLst>
              <a:ext uri="{FF2B5EF4-FFF2-40B4-BE49-F238E27FC236}">
                <a16:creationId xmlns:a16="http://schemas.microsoft.com/office/drawing/2014/main" id="{0EF80AB9-B795-437C-9EEA-9258F3E04595}"/>
              </a:ext>
            </a:extLst>
          </p:cNvPr>
          <p:cNvSpPr/>
          <p:nvPr/>
        </p:nvSpPr>
        <p:spPr>
          <a:xfrm rot="10800000">
            <a:off x="9771537" y="2411812"/>
            <a:ext cx="708212" cy="785020"/>
          </a:xfrm>
          <a:prstGeom prst="ben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70" name="矢印: 折線 69">
            <a:extLst>
              <a:ext uri="{FF2B5EF4-FFF2-40B4-BE49-F238E27FC236}">
                <a16:creationId xmlns:a16="http://schemas.microsoft.com/office/drawing/2014/main" id="{1F6BD029-AE85-4856-BE4E-3E6F788672B8}"/>
              </a:ext>
            </a:extLst>
          </p:cNvPr>
          <p:cNvSpPr/>
          <p:nvPr/>
        </p:nvSpPr>
        <p:spPr>
          <a:xfrm>
            <a:off x="8395468" y="1025866"/>
            <a:ext cx="708212" cy="785020"/>
          </a:xfrm>
          <a:prstGeom prst="ben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71" name="矢印: 右 70">
            <a:extLst>
              <a:ext uri="{FF2B5EF4-FFF2-40B4-BE49-F238E27FC236}">
                <a16:creationId xmlns:a16="http://schemas.microsoft.com/office/drawing/2014/main" id="{F61542DC-324C-46C1-8102-12468F10E951}"/>
              </a:ext>
            </a:extLst>
          </p:cNvPr>
          <p:cNvSpPr/>
          <p:nvPr/>
        </p:nvSpPr>
        <p:spPr>
          <a:xfrm>
            <a:off x="8141250" y="4746170"/>
            <a:ext cx="1281953" cy="254933"/>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矢印: 右 71">
            <a:extLst>
              <a:ext uri="{FF2B5EF4-FFF2-40B4-BE49-F238E27FC236}">
                <a16:creationId xmlns:a16="http://schemas.microsoft.com/office/drawing/2014/main" id="{5A9A3736-6F18-4A4B-B4F0-B5C44B128061}"/>
              </a:ext>
            </a:extLst>
          </p:cNvPr>
          <p:cNvSpPr/>
          <p:nvPr/>
        </p:nvSpPr>
        <p:spPr>
          <a:xfrm rot="10800000">
            <a:off x="3648225" y="4746170"/>
            <a:ext cx="1281953" cy="254933"/>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85" name="グラフィックス 84" descr="矢印: 直線 単色塗りつぶし">
            <a:extLst>
              <a:ext uri="{FF2B5EF4-FFF2-40B4-BE49-F238E27FC236}">
                <a16:creationId xmlns:a16="http://schemas.microsoft.com/office/drawing/2014/main" id="{45C8AFBC-052D-45FD-86AC-E4E4925655F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2579381">
            <a:off x="344600" y="1442967"/>
            <a:ext cx="2048694" cy="914400"/>
          </a:xfrm>
          <a:prstGeom prst="rect">
            <a:avLst/>
          </a:prstGeom>
        </p:spPr>
      </p:pic>
      <p:sp>
        <p:nvSpPr>
          <p:cNvPr id="9" name="フローチャート: 結合子 8">
            <a:extLst>
              <a:ext uri="{FF2B5EF4-FFF2-40B4-BE49-F238E27FC236}">
                <a16:creationId xmlns:a16="http://schemas.microsoft.com/office/drawing/2014/main" id="{8E0B0075-B595-40B1-AEA4-1223EC5099CF}"/>
              </a:ext>
            </a:extLst>
          </p:cNvPr>
          <p:cNvSpPr/>
          <p:nvPr/>
        </p:nvSpPr>
        <p:spPr>
          <a:xfrm>
            <a:off x="966372" y="1576682"/>
            <a:ext cx="416018" cy="416018"/>
          </a:xfrm>
          <a:prstGeom prst="flowChartConnector">
            <a:avLst/>
          </a:prstGeom>
          <a:solidFill>
            <a:schemeClr val="bg1"/>
          </a:solidFill>
          <a:ln w="38100">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pic>
        <p:nvPicPr>
          <p:cNvPr id="75" name="コンテンツ プレースホルダー 4" descr="右向き指示マーク 単色塗りつぶし">
            <a:extLst>
              <a:ext uri="{FF2B5EF4-FFF2-40B4-BE49-F238E27FC236}">
                <a16:creationId xmlns:a16="http://schemas.microsoft.com/office/drawing/2014/main" id="{7D1784E5-4286-40E6-9899-8DA991415E32}"/>
              </a:ext>
            </a:extLst>
          </p:cNvPr>
          <p:cNvPicPr>
            <a:picLocks noGrp="1" noChangeAspect="1"/>
          </p:cNvPicPr>
          <p:nvPr>
            <p:ph idx="1"/>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8963797">
            <a:off x="-96324" y="1317108"/>
            <a:ext cx="914400" cy="914400"/>
          </a:xfrm>
        </p:spPr>
      </p:pic>
      <p:sp>
        <p:nvSpPr>
          <p:cNvPr id="88" name="正方形/長方形 87">
            <a:extLst>
              <a:ext uri="{FF2B5EF4-FFF2-40B4-BE49-F238E27FC236}">
                <a16:creationId xmlns:a16="http://schemas.microsoft.com/office/drawing/2014/main" id="{6CED2981-4A97-4066-9997-AC6CFBA36DF5}"/>
              </a:ext>
            </a:extLst>
          </p:cNvPr>
          <p:cNvSpPr/>
          <p:nvPr/>
        </p:nvSpPr>
        <p:spPr>
          <a:xfrm>
            <a:off x="1" y="541492"/>
            <a:ext cx="2705100" cy="131953"/>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9" name="テキスト ボックス 88">
            <a:extLst>
              <a:ext uri="{FF2B5EF4-FFF2-40B4-BE49-F238E27FC236}">
                <a16:creationId xmlns:a16="http://schemas.microsoft.com/office/drawing/2014/main" id="{12B59ABB-DD22-431D-B8C2-90E93D5317BF}"/>
              </a:ext>
            </a:extLst>
          </p:cNvPr>
          <p:cNvSpPr txBox="1"/>
          <p:nvPr/>
        </p:nvSpPr>
        <p:spPr>
          <a:xfrm>
            <a:off x="118082" y="91494"/>
            <a:ext cx="2145508" cy="369332"/>
          </a:xfrm>
          <a:prstGeom prst="rect">
            <a:avLst/>
          </a:prstGeom>
          <a:noFill/>
        </p:spPr>
        <p:txBody>
          <a:bodyPr wrap="square" rtlCol="0">
            <a:spAutoFit/>
          </a:bodyPr>
          <a:lstStyle/>
          <a:p>
            <a:r>
              <a:rPr kumimoji="1" lang="en-US" altLang="ja-JP" dirty="0">
                <a:solidFill>
                  <a:schemeClr val="bg1"/>
                </a:solidFill>
              </a:rPr>
              <a:t>STAGE</a:t>
            </a:r>
            <a:r>
              <a:rPr kumimoji="1" lang="ja-JP" altLang="en-US" dirty="0">
                <a:solidFill>
                  <a:schemeClr val="bg1"/>
                </a:solidFill>
              </a:rPr>
              <a:t>　０３</a:t>
            </a:r>
          </a:p>
        </p:txBody>
      </p:sp>
      <p:sp>
        <p:nvSpPr>
          <p:cNvPr id="90" name="吹き出し: 四角形 89">
            <a:extLst>
              <a:ext uri="{FF2B5EF4-FFF2-40B4-BE49-F238E27FC236}">
                <a16:creationId xmlns:a16="http://schemas.microsoft.com/office/drawing/2014/main" id="{B80302E1-7FA2-4CA0-A35C-AF2E997AA88F}"/>
              </a:ext>
            </a:extLst>
          </p:cNvPr>
          <p:cNvSpPr/>
          <p:nvPr/>
        </p:nvSpPr>
        <p:spPr>
          <a:xfrm>
            <a:off x="1730551" y="1025866"/>
            <a:ext cx="1474902" cy="550816"/>
          </a:xfrm>
          <a:prstGeom prst="wedgeRectCallout">
            <a:avLst>
              <a:gd name="adj1" fmla="val -76752"/>
              <a:gd name="adj2" fmla="val 54362"/>
            </a:avLst>
          </a:prstGeom>
          <a:solidFill>
            <a:schemeClr val="tx1">
              <a:lumMod val="95000"/>
              <a:lumOff val="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1" name="フローチャート: 結合子 90">
            <a:extLst>
              <a:ext uri="{FF2B5EF4-FFF2-40B4-BE49-F238E27FC236}">
                <a16:creationId xmlns:a16="http://schemas.microsoft.com/office/drawing/2014/main" id="{1A7B8639-BD8C-46DF-B912-4CD03EB079B9}"/>
              </a:ext>
            </a:extLst>
          </p:cNvPr>
          <p:cNvSpPr/>
          <p:nvPr/>
        </p:nvSpPr>
        <p:spPr>
          <a:xfrm>
            <a:off x="1853274" y="1172715"/>
            <a:ext cx="257118" cy="257118"/>
          </a:xfrm>
          <a:prstGeom prst="flowChartConnector">
            <a:avLst/>
          </a:prstGeom>
          <a:solidFill>
            <a:schemeClr val="bg1"/>
          </a:solidFill>
          <a:ln w="38100">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2" name="二等辺三角形 91">
            <a:extLst>
              <a:ext uri="{FF2B5EF4-FFF2-40B4-BE49-F238E27FC236}">
                <a16:creationId xmlns:a16="http://schemas.microsoft.com/office/drawing/2014/main" id="{FC26EAAD-A43E-4375-BC00-F659E79001B0}"/>
              </a:ext>
            </a:extLst>
          </p:cNvPr>
          <p:cNvSpPr/>
          <p:nvPr/>
        </p:nvSpPr>
        <p:spPr>
          <a:xfrm>
            <a:off x="2265651" y="1161258"/>
            <a:ext cx="298257" cy="257118"/>
          </a:xfrm>
          <a:prstGeom prst="triangle">
            <a:avLst/>
          </a:prstGeom>
          <a:solidFill>
            <a:schemeClr val="bg1"/>
          </a:solidFill>
          <a:ln w="38100">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3" name="正方形/長方形 92">
            <a:extLst>
              <a:ext uri="{FF2B5EF4-FFF2-40B4-BE49-F238E27FC236}">
                <a16:creationId xmlns:a16="http://schemas.microsoft.com/office/drawing/2014/main" id="{B619622C-E05A-447F-90ED-A7CB21D571B4}"/>
              </a:ext>
            </a:extLst>
          </p:cNvPr>
          <p:cNvSpPr/>
          <p:nvPr/>
        </p:nvSpPr>
        <p:spPr>
          <a:xfrm>
            <a:off x="2772421" y="1173205"/>
            <a:ext cx="257119" cy="257119"/>
          </a:xfrm>
          <a:prstGeom prst="rect">
            <a:avLst/>
          </a:prstGeom>
          <a:solidFill>
            <a:schemeClr val="bg1"/>
          </a:solidFill>
          <a:ln w="38100">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95" name="グループ化 94">
            <a:extLst>
              <a:ext uri="{FF2B5EF4-FFF2-40B4-BE49-F238E27FC236}">
                <a16:creationId xmlns:a16="http://schemas.microsoft.com/office/drawing/2014/main" id="{DA338784-CF97-4DE3-A824-AF280D65A340}"/>
              </a:ext>
            </a:extLst>
          </p:cNvPr>
          <p:cNvGrpSpPr/>
          <p:nvPr/>
        </p:nvGrpSpPr>
        <p:grpSpPr>
          <a:xfrm>
            <a:off x="876403" y="6251574"/>
            <a:ext cx="1864667" cy="590198"/>
            <a:chOff x="7055224" y="5822951"/>
            <a:chExt cx="1864667" cy="590198"/>
          </a:xfrm>
        </p:grpSpPr>
        <p:sp>
          <p:nvSpPr>
            <p:cNvPr id="96" name="二等辺三角形 95">
              <a:extLst>
                <a:ext uri="{FF2B5EF4-FFF2-40B4-BE49-F238E27FC236}">
                  <a16:creationId xmlns:a16="http://schemas.microsoft.com/office/drawing/2014/main" id="{B1CE06AE-A61A-44A1-8D20-F51402EDD12C}"/>
                </a:ext>
              </a:extLst>
            </p:cNvPr>
            <p:cNvSpPr/>
            <p:nvPr/>
          </p:nvSpPr>
          <p:spPr>
            <a:xfrm>
              <a:off x="7055224" y="5822951"/>
              <a:ext cx="528917" cy="590198"/>
            </a:xfrm>
            <a:prstGeom prst="triangle">
              <a:avLst/>
            </a:prstGeom>
            <a:solidFill>
              <a:srgbClr val="AE1090"/>
            </a:solidFill>
            <a:ln>
              <a:solidFill>
                <a:srgbClr val="AE10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7" name="二等辺三角形 96">
              <a:extLst>
                <a:ext uri="{FF2B5EF4-FFF2-40B4-BE49-F238E27FC236}">
                  <a16:creationId xmlns:a16="http://schemas.microsoft.com/office/drawing/2014/main" id="{D5CB7135-924B-4FCD-9226-9FE27029FBFC}"/>
                </a:ext>
              </a:extLst>
            </p:cNvPr>
            <p:cNvSpPr/>
            <p:nvPr/>
          </p:nvSpPr>
          <p:spPr>
            <a:xfrm>
              <a:off x="7512427" y="5822951"/>
              <a:ext cx="528917" cy="590198"/>
            </a:xfrm>
            <a:prstGeom prst="triangle">
              <a:avLst/>
            </a:prstGeom>
            <a:solidFill>
              <a:srgbClr val="AE1090"/>
            </a:solidFill>
            <a:ln>
              <a:solidFill>
                <a:srgbClr val="AE10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8" name="二等辺三角形 97">
              <a:extLst>
                <a:ext uri="{FF2B5EF4-FFF2-40B4-BE49-F238E27FC236}">
                  <a16:creationId xmlns:a16="http://schemas.microsoft.com/office/drawing/2014/main" id="{F810781C-CA32-4142-AC09-9AEE962F435E}"/>
                </a:ext>
              </a:extLst>
            </p:cNvPr>
            <p:cNvSpPr/>
            <p:nvPr/>
          </p:nvSpPr>
          <p:spPr>
            <a:xfrm>
              <a:off x="8390974" y="5822951"/>
              <a:ext cx="528917" cy="590198"/>
            </a:xfrm>
            <a:prstGeom prst="triangle">
              <a:avLst/>
            </a:prstGeom>
            <a:solidFill>
              <a:srgbClr val="AE1090"/>
            </a:solidFill>
            <a:ln>
              <a:solidFill>
                <a:srgbClr val="AE10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9" name="二等辺三角形 98">
              <a:extLst>
                <a:ext uri="{FF2B5EF4-FFF2-40B4-BE49-F238E27FC236}">
                  <a16:creationId xmlns:a16="http://schemas.microsoft.com/office/drawing/2014/main" id="{05CA2917-C751-4644-AE76-0B19D99080D9}"/>
                </a:ext>
              </a:extLst>
            </p:cNvPr>
            <p:cNvSpPr/>
            <p:nvPr/>
          </p:nvSpPr>
          <p:spPr>
            <a:xfrm>
              <a:off x="7951699" y="5822951"/>
              <a:ext cx="528917" cy="590198"/>
            </a:xfrm>
            <a:prstGeom prst="triangle">
              <a:avLst/>
            </a:prstGeom>
            <a:solidFill>
              <a:srgbClr val="AE1090"/>
            </a:solidFill>
            <a:ln>
              <a:solidFill>
                <a:srgbClr val="AE10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00" name="吹き出し: 四角形 99">
            <a:extLst>
              <a:ext uri="{FF2B5EF4-FFF2-40B4-BE49-F238E27FC236}">
                <a16:creationId xmlns:a16="http://schemas.microsoft.com/office/drawing/2014/main" id="{9FFBC816-401A-4A02-BF63-A81E2FC17406}"/>
              </a:ext>
            </a:extLst>
          </p:cNvPr>
          <p:cNvSpPr/>
          <p:nvPr/>
        </p:nvSpPr>
        <p:spPr>
          <a:xfrm>
            <a:off x="6056407" y="4613832"/>
            <a:ext cx="867431" cy="550816"/>
          </a:xfrm>
          <a:prstGeom prst="wedgeRectCallout">
            <a:avLst>
              <a:gd name="adj1" fmla="val -19931"/>
              <a:gd name="adj2" fmla="val 34831"/>
            </a:avLst>
          </a:prstGeom>
          <a:solidFill>
            <a:schemeClr val="tx1">
              <a:lumMod val="95000"/>
              <a:lumOff val="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動く</a:t>
            </a:r>
          </a:p>
        </p:txBody>
      </p:sp>
      <p:sp>
        <p:nvSpPr>
          <p:cNvPr id="101" name="吹き出し: 四角形 100">
            <a:extLst>
              <a:ext uri="{FF2B5EF4-FFF2-40B4-BE49-F238E27FC236}">
                <a16:creationId xmlns:a16="http://schemas.microsoft.com/office/drawing/2014/main" id="{F194ABAC-5FB4-4CAE-B746-8AE3DFCAAFF1}"/>
              </a:ext>
            </a:extLst>
          </p:cNvPr>
          <p:cNvSpPr/>
          <p:nvPr/>
        </p:nvSpPr>
        <p:spPr>
          <a:xfrm>
            <a:off x="9051498" y="1869960"/>
            <a:ext cx="859993" cy="550816"/>
          </a:xfrm>
          <a:prstGeom prst="wedgeRectCallout">
            <a:avLst>
              <a:gd name="adj1" fmla="val 13243"/>
              <a:gd name="adj2" fmla="val 15301"/>
            </a:avLst>
          </a:prstGeom>
          <a:solidFill>
            <a:schemeClr val="tx1">
              <a:lumMod val="95000"/>
              <a:lumOff val="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回る</a:t>
            </a:r>
          </a:p>
        </p:txBody>
      </p:sp>
      <p:sp>
        <p:nvSpPr>
          <p:cNvPr id="102" name="吹き出し: 四角形 101">
            <a:extLst>
              <a:ext uri="{FF2B5EF4-FFF2-40B4-BE49-F238E27FC236}">
                <a16:creationId xmlns:a16="http://schemas.microsoft.com/office/drawing/2014/main" id="{398EB34A-5DF3-4B57-AD8E-3573719AC6C6}"/>
              </a:ext>
            </a:extLst>
          </p:cNvPr>
          <p:cNvSpPr/>
          <p:nvPr/>
        </p:nvSpPr>
        <p:spPr>
          <a:xfrm>
            <a:off x="4728867" y="5995857"/>
            <a:ext cx="2395375" cy="550816"/>
          </a:xfrm>
          <a:prstGeom prst="wedgeRectCallout">
            <a:avLst>
              <a:gd name="adj1" fmla="val 64645"/>
              <a:gd name="adj2" fmla="val 44597"/>
            </a:avLst>
          </a:prstGeom>
          <a:solidFill>
            <a:schemeClr val="tx1">
              <a:lumMod val="95000"/>
              <a:lumOff val="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当たるとスタートに戻る</a:t>
            </a:r>
          </a:p>
        </p:txBody>
      </p:sp>
      <p:sp>
        <p:nvSpPr>
          <p:cNvPr id="104" name="吹き出し: 四角形 103">
            <a:extLst>
              <a:ext uri="{FF2B5EF4-FFF2-40B4-BE49-F238E27FC236}">
                <a16:creationId xmlns:a16="http://schemas.microsoft.com/office/drawing/2014/main" id="{2BA2299A-1CB3-4436-9F7C-76ECA95A3A82}"/>
              </a:ext>
            </a:extLst>
          </p:cNvPr>
          <p:cNvSpPr/>
          <p:nvPr/>
        </p:nvSpPr>
        <p:spPr>
          <a:xfrm>
            <a:off x="4916310" y="110192"/>
            <a:ext cx="2007528" cy="550816"/>
          </a:xfrm>
          <a:prstGeom prst="wedgeRectCallout">
            <a:avLst>
              <a:gd name="adj1" fmla="val -19931"/>
              <a:gd name="adj2" fmla="val 34831"/>
            </a:avLst>
          </a:prstGeom>
          <a:solidFill>
            <a:schemeClr val="tx1">
              <a:lumMod val="95000"/>
              <a:lumOff val="500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rgbClr val="FF0000"/>
                </a:solidFill>
              </a:rPr>
              <a:t>想定ゲーム画面</a:t>
            </a:r>
          </a:p>
        </p:txBody>
      </p:sp>
      <p:sp>
        <p:nvSpPr>
          <p:cNvPr id="105" name="正方形/長方形 104">
            <a:extLst>
              <a:ext uri="{FF2B5EF4-FFF2-40B4-BE49-F238E27FC236}">
                <a16:creationId xmlns:a16="http://schemas.microsoft.com/office/drawing/2014/main" id="{6199C3E3-B611-47C7-8054-EE367C625EC2}"/>
              </a:ext>
            </a:extLst>
          </p:cNvPr>
          <p:cNvSpPr/>
          <p:nvPr/>
        </p:nvSpPr>
        <p:spPr>
          <a:xfrm>
            <a:off x="5255066" y="2276836"/>
            <a:ext cx="197224" cy="1613647"/>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33652618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lumMod val="95000"/>
            <a:lumOff val="5000"/>
          </a:schemeClr>
        </a:solidFill>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352</TotalTime>
  <Words>511</Words>
  <Application>Microsoft Office PowerPoint</Application>
  <PresentationFormat>ワイド画面</PresentationFormat>
  <Paragraphs>74</Paragraphs>
  <Slides>5</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5</vt:i4>
      </vt:variant>
    </vt:vector>
  </HeadingPairs>
  <TitlesOfParts>
    <vt:vector size="11" baseType="lpstr">
      <vt:lpstr>HGS創英角ｺﾞｼｯｸUB</vt:lpstr>
      <vt:lpstr>ドットゴシック16</vt:lpstr>
      <vt:lpstr>Arial</vt:lpstr>
      <vt:lpstr>Calibri</vt:lpstr>
      <vt:lpstr>Calibri Light</vt:lpstr>
      <vt:lpstr>office theme</vt:lpstr>
      <vt:lpstr>PowerPoint プレゼンテーション</vt:lpstr>
      <vt:lpstr>前回の個人制作の振り返り</vt:lpstr>
      <vt:lpstr>開発スケジュール</vt:lpstr>
      <vt:lpstr>ステージ選択画面</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student</dc:creator>
  <cp:lastModifiedBy>久保　楓太</cp:lastModifiedBy>
  <cp:revision>25</cp:revision>
  <dcterms:created xsi:type="dcterms:W3CDTF">2013-07-15T20:26:40Z</dcterms:created>
  <dcterms:modified xsi:type="dcterms:W3CDTF">2026-09-16T23:17:57Z</dcterms:modified>
</cp:coreProperties>
</file>